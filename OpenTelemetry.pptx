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8" r:id="rId3"/>
    <p:sldId id="258" r:id="rId4"/>
    <p:sldId id="259" r:id="rId5"/>
    <p:sldId id="263" r:id="rId6"/>
    <p:sldId id="264" r:id="rId7"/>
    <p:sldId id="265" r:id="rId8"/>
    <p:sldId id="262" r:id="rId9"/>
    <p:sldId id="260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59" autoAdjust="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logz.io/learn/opentelemetry-guide/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logz.io/learn/opentelemetry-guid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D1B588-DD58-4DB8-874D-EF872342B4C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D14570-5B01-4618-8A26-ADA1ABE462C5}">
      <dgm:prSet/>
      <dgm:spPr/>
      <dgm:t>
        <a:bodyPr/>
        <a:lstStyle/>
        <a:p>
          <a:r>
            <a:rPr lang="en-US"/>
            <a:t>Introduction to Open telemetry</a:t>
          </a:r>
        </a:p>
      </dgm:t>
    </dgm:pt>
    <dgm:pt modelId="{F458341B-F80B-4C30-B5ED-10439DF8945C}" type="parTrans" cxnId="{6528597E-72D0-472C-9C55-D5F181375CDB}">
      <dgm:prSet/>
      <dgm:spPr/>
      <dgm:t>
        <a:bodyPr/>
        <a:lstStyle/>
        <a:p>
          <a:endParaRPr lang="en-US"/>
        </a:p>
      </dgm:t>
    </dgm:pt>
    <dgm:pt modelId="{0BE9184F-71CC-4D5A-B76B-B9CD8AA35BA7}" type="sibTrans" cxnId="{6528597E-72D0-472C-9C55-D5F181375CDB}">
      <dgm:prSet/>
      <dgm:spPr/>
      <dgm:t>
        <a:bodyPr/>
        <a:lstStyle/>
        <a:p>
          <a:endParaRPr lang="en-US"/>
        </a:p>
      </dgm:t>
    </dgm:pt>
    <dgm:pt modelId="{24783403-4F68-491E-904D-F1CC30E2D263}">
      <dgm:prSet/>
      <dgm:spPr/>
      <dgm:t>
        <a:bodyPr/>
        <a:lstStyle/>
        <a:p>
          <a:r>
            <a:rPr lang="en-US"/>
            <a:t>What is open telemetry used for?</a:t>
          </a:r>
        </a:p>
      </dgm:t>
    </dgm:pt>
    <dgm:pt modelId="{11567FF2-6092-43A0-A87D-6170E7C6FE9C}" type="parTrans" cxnId="{89658DDD-DE8B-456E-A980-4227EB989D60}">
      <dgm:prSet/>
      <dgm:spPr/>
      <dgm:t>
        <a:bodyPr/>
        <a:lstStyle/>
        <a:p>
          <a:endParaRPr lang="en-US"/>
        </a:p>
      </dgm:t>
    </dgm:pt>
    <dgm:pt modelId="{515E7787-6499-42D7-AE14-83318A8545F7}" type="sibTrans" cxnId="{89658DDD-DE8B-456E-A980-4227EB989D60}">
      <dgm:prSet/>
      <dgm:spPr/>
      <dgm:t>
        <a:bodyPr/>
        <a:lstStyle/>
        <a:p>
          <a:endParaRPr lang="en-US"/>
        </a:p>
      </dgm:t>
    </dgm:pt>
    <dgm:pt modelId="{86B1B856-914C-48C3-A0E7-16A919602DCB}">
      <dgm:prSet/>
      <dgm:spPr/>
      <dgm:t>
        <a:bodyPr/>
        <a:lstStyle/>
        <a:p>
          <a:r>
            <a:rPr lang="en-US"/>
            <a:t>OTEL library</a:t>
          </a:r>
        </a:p>
      </dgm:t>
    </dgm:pt>
    <dgm:pt modelId="{8B9A68FE-662D-4702-BD9A-D83D29AFDDCA}" type="parTrans" cxnId="{434F74F2-5D49-4E3F-8D12-F2327550BC2A}">
      <dgm:prSet/>
      <dgm:spPr/>
      <dgm:t>
        <a:bodyPr/>
        <a:lstStyle/>
        <a:p>
          <a:endParaRPr lang="en-US"/>
        </a:p>
      </dgm:t>
    </dgm:pt>
    <dgm:pt modelId="{E7058BB6-36DC-4C08-BB96-87C8B0685AD7}" type="sibTrans" cxnId="{434F74F2-5D49-4E3F-8D12-F2327550BC2A}">
      <dgm:prSet/>
      <dgm:spPr/>
      <dgm:t>
        <a:bodyPr/>
        <a:lstStyle/>
        <a:p>
          <a:endParaRPr lang="en-US"/>
        </a:p>
      </dgm:t>
    </dgm:pt>
    <dgm:pt modelId="{9DD2A228-EAFA-45BD-803D-B2C6A36F79CC}">
      <dgm:prSet/>
      <dgm:spPr/>
      <dgm:t>
        <a:bodyPr/>
        <a:lstStyle/>
        <a:p>
          <a:r>
            <a:rPr lang="en-IN"/>
            <a:t>Distributed tracing</a:t>
          </a:r>
          <a:endParaRPr lang="en-US"/>
        </a:p>
      </dgm:t>
    </dgm:pt>
    <dgm:pt modelId="{97EBDD99-D010-472E-91CE-D4163905AE06}" type="parTrans" cxnId="{209DCA48-745F-4802-A6A3-1C8A98ADA04B}">
      <dgm:prSet/>
      <dgm:spPr/>
      <dgm:t>
        <a:bodyPr/>
        <a:lstStyle/>
        <a:p>
          <a:endParaRPr lang="en-US"/>
        </a:p>
      </dgm:t>
    </dgm:pt>
    <dgm:pt modelId="{E276E3F5-5395-4AAD-959A-FD8CF1BBDA29}" type="sibTrans" cxnId="{209DCA48-745F-4802-A6A3-1C8A98ADA04B}">
      <dgm:prSet/>
      <dgm:spPr/>
      <dgm:t>
        <a:bodyPr/>
        <a:lstStyle/>
        <a:p>
          <a:endParaRPr lang="en-US"/>
        </a:p>
      </dgm:t>
    </dgm:pt>
    <dgm:pt modelId="{854F04C3-E708-42BE-B1A9-A4B389A78D68}">
      <dgm:prSet/>
      <dgm:spPr/>
      <dgm:t>
        <a:bodyPr/>
        <a:lstStyle/>
        <a:p>
          <a:r>
            <a:rPr lang="en-IN"/>
            <a:t>OTEL collector &amp; its pipeline</a:t>
          </a:r>
          <a:endParaRPr lang="en-US"/>
        </a:p>
      </dgm:t>
    </dgm:pt>
    <dgm:pt modelId="{19704CDF-EDD2-4DF7-BF5D-13C940D888D6}" type="parTrans" cxnId="{EF954C75-B05E-40F8-BD82-0D559ACC9C62}">
      <dgm:prSet/>
      <dgm:spPr/>
      <dgm:t>
        <a:bodyPr/>
        <a:lstStyle/>
        <a:p>
          <a:endParaRPr lang="en-US"/>
        </a:p>
      </dgm:t>
    </dgm:pt>
    <dgm:pt modelId="{369C9B52-5423-45DA-BCAF-62FD33FA5DCD}" type="sibTrans" cxnId="{EF954C75-B05E-40F8-BD82-0D559ACC9C62}">
      <dgm:prSet/>
      <dgm:spPr/>
      <dgm:t>
        <a:bodyPr/>
        <a:lstStyle/>
        <a:p>
          <a:endParaRPr lang="en-US"/>
        </a:p>
      </dgm:t>
    </dgm:pt>
    <dgm:pt modelId="{9B1627D4-A65A-4282-96C7-DCB5C1FF4C85}">
      <dgm:prSet/>
      <dgm:spPr/>
      <dgm:t>
        <a:bodyPr/>
        <a:lstStyle/>
        <a:p>
          <a:r>
            <a:rPr lang="en-IN"/>
            <a:t>Asset Tag services implementation</a:t>
          </a:r>
          <a:endParaRPr lang="en-US"/>
        </a:p>
      </dgm:t>
    </dgm:pt>
    <dgm:pt modelId="{8269FAAF-2464-404D-9C3C-C5952B866D2C}" type="parTrans" cxnId="{FEFF6E7A-DEAD-4B27-BFD7-BAFBF6147A99}">
      <dgm:prSet/>
      <dgm:spPr/>
      <dgm:t>
        <a:bodyPr/>
        <a:lstStyle/>
        <a:p>
          <a:endParaRPr lang="en-US"/>
        </a:p>
      </dgm:t>
    </dgm:pt>
    <dgm:pt modelId="{30294400-A526-4F28-BB81-4BA25193D712}" type="sibTrans" cxnId="{FEFF6E7A-DEAD-4B27-BFD7-BAFBF6147A99}">
      <dgm:prSet/>
      <dgm:spPr/>
      <dgm:t>
        <a:bodyPr/>
        <a:lstStyle/>
        <a:p>
          <a:endParaRPr lang="en-US"/>
        </a:p>
      </dgm:t>
    </dgm:pt>
    <dgm:pt modelId="{30247C80-7482-4321-B82B-1D6BBDAFB505}">
      <dgm:prSet/>
      <dgm:spPr/>
      <dgm:t>
        <a:bodyPr/>
        <a:lstStyle/>
        <a:p>
          <a:r>
            <a:rPr lang="en-IN"/>
            <a:t>Demo</a:t>
          </a:r>
          <a:endParaRPr lang="en-US"/>
        </a:p>
      </dgm:t>
    </dgm:pt>
    <dgm:pt modelId="{23C85ED2-D9C1-4964-AC41-DCD61AFCA5CB}" type="parTrans" cxnId="{84364535-71D3-41D2-82B8-AAE8240F814D}">
      <dgm:prSet/>
      <dgm:spPr/>
      <dgm:t>
        <a:bodyPr/>
        <a:lstStyle/>
        <a:p>
          <a:endParaRPr lang="en-US"/>
        </a:p>
      </dgm:t>
    </dgm:pt>
    <dgm:pt modelId="{5E445276-B425-4F67-A4B1-A5CF97E0894C}" type="sibTrans" cxnId="{84364535-71D3-41D2-82B8-AAE8240F814D}">
      <dgm:prSet/>
      <dgm:spPr/>
      <dgm:t>
        <a:bodyPr/>
        <a:lstStyle/>
        <a:p>
          <a:endParaRPr lang="en-US"/>
        </a:p>
      </dgm:t>
    </dgm:pt>
    <dgm:pt modelId="{A2294671-F389-47A8-A125-5CDD4B42A202}">
      <dgm:prSet/>
      <dgm:spPr/>
      <dgm:t>
        <a:bodyPr/>
        <a:lstStyle/>
        <a:p>
          <a:r>
            <a:rPr lang="en-IN"/>
            <a:t>Questions?</a:t>
          </a:r>
          <a:endParaRPr lang="en-US"/>
        </a:p>
      </dgm:t>
    </dgm:pt>
    <dgm:pt modelId="{F2DC3BB1-87FE-4901-9343-5258238CD1B8}" type="parTrans" cxnId="{56D03255-3F46-4DE9-88CD-7CAD07F92761}">
      <dgm:prSet/>
      <dgm:spPr/>
      <dgm:t>
        <a:bodyPr/>
        <a:lstStyle/>
        <a:p>
          <a:endParaRPr lang="en-US"/>
        </a:p>
      </dgm:t>
    </dgm:pt>
    <dgm:pt modelId="{66B36BD5-9608-4986-98C8-D38D56DADDD9}" type="sibTrans" cxnId="{56D03255-3F46-4DE9-88CD-7CAD07F92761}">
      <dgm:prSet/>
      <dgm:spPr/>
      <dgm:t>
        <a:bodyPr/>
        <a:lstStyle/>
        <a:p>
          <a:endParaRPr lang="en-US"/>
        </a:p>
      </dgm:t>
    </dgm:pt>
    <dgm:pt modelId="{E0F8EA3A-8FF3-49C0-A15B-1B6B6DA05E7F}" type="pres">
      <dgm:prSet presAssocID="{32D1B588-DD58-4DB8-874D-EF872342B4C0}" presName="Name0" presStyleCnt="0">
        <dgm:presLayoutVars>
          <dgm:dir/>
          <dgm:resizeHandles val="exact"/>
        </dgm:presLayoutVars>
      </dgm:prSet>
      <dgm:spPr/>
    </dgm:pt>
    <dgm:pt modelId="{D5EE1ABA-692A-4C19-9BFF-4E819D05EE53}" type="pres">
      <dgm:prSet presAssocID="{D1D14570-5B01-4618-8A26-ADA1ABE462C5}" presName="node" presStyleLbl="node1" presStyleIdx="0" presStyleCnt="8">
        <dgm:presLayoutVars>
          <dgm:bulletEnabled val="1"/>
        </dgm:presLayoutVars>
      </dgm:prSet>
      <dgm:spPr/>
    </dgm:pt>
    <dgm:pt modelId="{84D45787-0C82-4EEA-A31F-03FA342BF554}" type="pres">
      <dgm:prSet presAssocID="{0BE9184F-71CC-4D5A-B76B-B9CD8AA35BA7}" presName="sibTrans" presStyleLbl="sibTrans1D1" presStyleIdx="0" presStyleCnt="7"/>
      <dgm:spPr/>
    </dgm:pt>
    <dgm:pt modelId="{E31D3667-8E93-46A0-BA48-210219A2B3B2}" type="pres">
      <dgm:prSet presAssocID="{0BE9184F-71CC-4D5A-B76B-B9CD8AA35BA7}" presName="connectorText" presStyleLbl="sibTrans1D1" presStyleIdx="0" presStyleCnt="7"/>
      <dgm:spPr/>
    </dgm:pt>
    <dgm:pt modelId="{BC2A263A-BBCB-49D9-95D4-296AAA2A17B0}" type="pres">
      <dgm:prSet presAssocID="{24783403-4F68-491E-904D-F1CC30E2D263}" presName="node" presStyleLbl="node1" presStyleIdx="1" presStyleCnt="8">
        <dgm:presLayoutVars>
          <dgm:bulletEnabled val="1"/>
        </dgm:presLayoutVars>
      </dgm:prSet>
      <dgm:spPr/>
    </dgm:pt>
    <dgm:pt modelId="{D835E356-BE60-4C96-BB3B-4EC0BA903F2B}" type="pres">
      <dgm:prSet presAssocID="{515E7787-6499-42D7-AE14-83318A8545F7}" presName="sibTrans" presStyleLbl="sibTrans1D1" presStyleIdx="1" presStyleCnt="7"/>
      <dgm:spPr/>
    </dgm:pt>
    <dgm:pt modelId="{8E32D133-C40B-4D78-BE73-576F143A191F}" type="pres">
      <dgm:prSet presAssocID="{515E7787-6499-42D7-AE14-83318A8545F7}" presName="connectorText" presStyleLbl="sibTrans1D1" presStyleIdx="1" presStyleCnt="7"/>
      <dgm:spPr/>
    </dgm:pt>
    <dgm:pt modelId="{13A9E421-D97F-42A4-B853-39EE348A0911}" type="pres">
      <dgm:prSet presAssocID="{86B1B856-914C-48C3-A0E7-16A919602DCB}" presName="node" presStyleLbl="node1" presStyleIdx="2" presStyleCnt="8">
        <dgm:presLayoutVars>
          <dgm:bulletEnabled val="1"/>
        </dgm:presLayoutVars>
      </dgm:prSet>
      <dgm:spPr/>
    </dgm:pt>
    <dgm:pt modelId="{71EF6BDE-07BE-426F-BFC7-3AFBEA6DCC7B}" type="pres">
      <dgm:prSet presAssocID="{E7058BB6-36DC-4C08-BB96-87C8B0685AD7}" presName="sibTrans" presStyleLbl="sibTrans1D1" presStyleIdx="2" presStyleCnt="7"/>
      <dgm:spPr/>
    </dgm:pt>
    <dgm:pt modelId="{49537B3F-8AB8-4106-9A08-E5F154721EC1}" type="pres">
      <dgm:prSet presAssocID="{E7058BB6-36DC-4C08-BB96-87C8B0685AD7}" presName="connectorText" presStyleLbl="sibTrans1D1" presStyleIdx="2" presStyleCnt="7"/>
      <dgm:spPr/>
    </dgm:pt>
    <dgm:pt modelId="{037E9745-8D5B-40DE-91E0-4FF51ABC24BD}" type="pres">
      <dgm:prSet presAssocID="{9DD2A228-EAFA-45BD-803D-B2C6A36F79CC}" presName="node" presStyleLbl="node1" presStyleIdx="3" presStyleCnt="8">
        <dgm:presLayoutVars>
          <dgm:bulletEnabled val="1"/>
        </dgm:presLayoutVars>
      </dgm:prSet>
      <dgm:spPr/>
    </dgm:pt>
    <dgm:pt modelId="{91AFFAFF-7438-49AE-BFCE-EAA5140A16D3}" type="pres">
      <dgm:prSet presAssocID="{E276E3F5-5395-4AAD-959A-FD8CF1BBDA29}" presName="sibTrans" presStyleLbl="sibTrans1D1" presStyleIdx="3" presStyleCnt="7"/>
      <dgm:spPr/>
    </dgm:pt>
    <dgm:pt modelId="{D755AD3C-F911-4C81-A1D9-1F7D96F91E2E}" type="pres">
      <dgm:prSet presAssocID="{E276E3F5-5395-4AAD-959A-FD8CF1BBDA29}" presName="connectorText" presStyleLbl="sibTrans1D1" presStyleIdx="3" presStyleCnt="7"/>
      <dgm:spPr/>
    </dgm:pt>
    <dgm:pt modelId="{97FD015A-7297-4D18-82DC-B4486208ED7B}" type="pres">
      <dgm:prSet presAssocID="{854F04C3-E708-42BE-B1A9-A4B389A78D68}" presName="node" presStyleLbl="node1" presStyleIdx="4" presStyleCnt="8">
        <dgm:presLayoutVars>
          <dgm:bulletEnabled val="1"/>
        </dgm:presLayoutVars>
      </dgm:prSet>
      <dgm:spPr/>
    </dgm:pt>
    <dgm:pt modelId="{343932B3-26A9-43A6-872A-4B664B34191B}" type="pres">
      <dgm:prSet presAssocID="{369C9B52-5423-45DA-BCAF-62FD33FA5DCD}" presName="sibTrans" presStyleLbl="sibTrans1D1" presStyleIdx="4" presStyleCnt="7"/>
      <dgm:spPr/>
    </dgm:pt>
    <dgm:pt modelId="{FDDA9DBC-8645-481D-B53E-C014A0D7444D}" type="pres">
      <dgm:prSet presAssocID="{369C9B52-5423-45DA-BCAF-62FD33FA5DCD}" presName="connectorText" presStyleLbl="sibTrans1D1" presStyleIdx="4" presStyleCnt="7"/>
      <dgm:spPr/>
    </dgm:pt>
    <dgm:pt modelId="{105145BD-BCA2-49DD-96BF-7D1140C0AE1C}" type="pres">
      <dgm:prSet presAssocID="{9B1627D4-A65A-4282-96C7-DCB5C1FF4C85}" presName="node" presStyleLbl="node1" presStyleIdx="5" presStyleCnt="8">
        <dgm:presLayoutVars>
          <dgm:bulletEnabled val="1"/>
        </dgm:presLayoutVars>
      </dgm:prSet>
      <dgm:spPr/>
    </dgm:pt>
    <dgm:pt modelId="{E1D0D209-C790-4856-A8DC-25DF23D24AA4}" type="pres">
      <dgm:prSet presAssocID="{30294400-A526-4F28-BB81-4BA25193D712}" presName="sibTrans" presStyleLbl="sibTrans1D1" presStyleIdx="5" presStyleCnt="7"/>
      <dgm:spPr/>
    </dgm:pt>
    <dgm:pt modelId="{82932CB8-C0DE-4D29-B803-9817FFB6AAFD}" type="pres">
      <dgm:prSet presAssocID="{30294400-A526-4F28-BB81-4BA25193D712}" presName="connectorText" presStyleLbl="sibTrans1D1" presStyleIdx="5" presStyleCnt="7"/>
      <dgm:spPr/>
    </dgm:pt>
    <dgm:pt modelId="{5A87E1BF-CE73-4DC8-B378-4E6D63FCDB59}" type="pres">
      <dgm:prSet presAssocID="{30247C80-7482-4321-B82B-1D6BBDAFB505}" presName="node" presStyleLbl="node1" presStyleIdx="6" presStyleCnt="8">
        <dgm:presLayoutVars>
          <dgm:bulletEnabled val="1"/>
        </dgm:presLayoutVars>
      </dgm:prSet>
      <dgm:spPr/>
    </dgm:pt>
    <dgm:pt modelId="{95309C5F-5826-4DA6-B67B-1ECE38827370}" type="pres">
      <dgm:prSet presAssocID="{5E445276-B425-4F67-A4B1-A5CF97E0894C}" presName="sibTrans" presStyleLbl="sibTrans1D1" presStyleIdx="6" presStyleCnt="7"/>
      <dgm:spPr/>
    </dgm:pt>
    <dgm:pt modelId="{BFC7C4A9-11C8-43A5-8893-6E5056012065}" type="pres">
      <dgm:prSet presAssocID="{5E445276-B425-4F67-A4B1-A5CF97E0894C}" presName="connectorText" presStyleLbl="sibTrans1D1" presStyleIdx="6" presStyleCnt="7"/>
      <dgm:spPr/>
    </dgm:pt>
    <dgm:pt modelId="{D8650017-B0A2-4976-A04F-BAFA3279ED0A}" type="pres">
      <dgm:prSet presAssocID="{A2294671-F389-47A8-A125-5CDD4B42A202}" presName="node" presStyleLbl="node1" presStyleIdx="7" presStyleCnt="8">
        <dgm:presLayoutVars>
          <dgm:bulletEnabled val="1"/>
        </dgm:presLayoutVars>
      </dgm:prSet>
      <dgm:spPr/>
    </dgm:pt>
  </dgm:ptLst>
  <dgm:cxnLst>
    <dgm:cxn modelId="{F7EDA208-8E3B-430B-9ACA-BE5EE9AF40AF}" type="presOf" srcId="{30247C80-7482-4321-B82B-1D6BBDAFB505}" destId="{5A87E1BF-CE73-4DC8-B378-4E6D63FCDB59}" srcOrd="0" destOrd="0" presId="urn:microsoft.com/office/officeart/2016/7/layout/RepeatingBendingProcessNew"/>
    <dgm:cxn modelId="{4540431F-75B3-41C6-826F-31614E73CFEA}" type="presOf" srcId="{30294400-A526-4F28-BB81-4BA25193D712}" destId="{E1D0D209-C790-4856-A8DC-25DF23D24AA4}" srcOrd="0" destOrd="0" presId="urn:microsoft.com/office/officeart/2016/7/layout/RepeatingBendingProcessNew"/>
    <dgm:cxn modelId="{0FC05B22-A790-42E0-8D0D-486CE1744C8C}" type="presOf" srcId="{854F04C3-E708-42BE-B1A9-A4B389A78D68}" destId="{97FD015A-7297-4D18-82DC-B4486208ED7B}" srcOrd="0" destOrd="0" presId="urn:microsoft.com/office/officeart/2016/7/layout/RepeatingBendingProcessNew"/>
    <dgm:cxn modelId="{D9683E29-BFAE-4848-BE32-4F0EEA4B1D1B}" type="presOf" srcId="{24783403-4F68-491E-904D-F1CC30E2D263}" destId="{BC2A263A-BBCB-49D9-95D4-296AAA2A17B0}" srcOrd="0" destOrd="0" presId="urn:microsoft.com/office/officeart/2016/7/layout/RepeatingBendingProcessNew"/>
    <dgm:cxn modelId="{A4BBA82C-1BF7-47A8-A694-1CC6C4C1F404}" type="presOf" srcId="{86B1B856-914C-48C3-A0E7-16A919602DCB}" destId="{13A9E421-D97F-42A4-B853-39EE348A0911}" srcOrd="0" destOrd="0" presId="urn:microsoft.com/office/officeart/2016/7/layout/RepeatingBendingProcessNew"/>
    <dgm:cxn modelId="{E49D0F2E-6231-4B43-9F72-419C433D1DF0}" type="presOf" srcId="{9DD2A228-EAFA-45BD-803D-B2C6A36F79CC}" destId="{037E9745-8D5B-40DE-91E0-4FF51ABC24BD}" srcOrd="0" destOrd="0" presId="urn:microsoft.com/office/officeart/2016/7/layout/RepeatingBendingProcessNew"/>
    <dgm:cxn modelId="{84364535-71D3-41D2-82B8-AAE8240F814D}" srcId="{32D1B588-DD58-4DB8-874D-EF872342B4C0}" destId="{30247C80-7482-4321-B82B-1D6BBDAFB505}" srcOrd="6" destOrd="0" parTransId="{23C85ED2-D9C1-4964-AC41-DCD61AFCA5CB}" sibTransId="{5E445276-B425-4F67-A4B1-A5CF97E0894C}"/>
    <dgm:cxn modelId="{B5CE4141-4F22-4F46-A09F-26275FBC3D57}" type="presOf" srcId="{30294400-A526-4F28-BB81-4BA25193D712}" destId="{82932CB8-C0DE-4D29-B803-9817FFB6AAFD}" srcOrd="1" destOrd="0" presId="urn:microsoft.com/office/officeart/2016/7/layout/RepeatingBendingProcessNew"/>
    <dgm:cxn modelId="{5B02D644-B3FE-4F4E-A9BC-19881A93F6AD}" type="presOf" srcId="{E276E3F5-5395-4AAD-959A-FD8CF1BBDA29}" destId="{91AFFAFF-7438-49AE-BFCE-EAA5140A16D3}" srcOrd="0" destOrd="0" presId="urn:microsoft.com/office/officeart/2016/7/layout/RepeatingBendingProcessNew"/>
    <dgm:cxn modelId="{C0701C45-CF5B-4DC9-983C-0E89B5F33F7A}" type="presOf" srcId="{A2294671-F389-47A8-A125-5CDD4B42A202}" destId="{D8650017-B0A2-4976-A04F-BAFA3279ED0A}" srcOrd="0" destOrd="0" presId="urn:microsoft.com/office/officeart/2016/7/layout/RepeatingBendingProcessNew"/>
    <dgm:cxn modelId="{209DCA48-745F-4802-A6A3-1C8A98ADA04B}" srcId="{32D1B588-DD58-4DB8-874D-EF872342B4C0}" destId="{9DD2A228-EAFA-45BD-803D-B2C6A36F79CC}" srcOrd="3" destOrd="0" parTransId="{97EBDD99-D010-472E-91CE-D4163905AE06}" sibTransId="{E276E3F5-5395-4AAD-959A-FD8CF1BBDA29}"/>
    <dgm:cxn modelId="{C092F654-978A-4DC7-A18A-8CB34CDF2F3C}" type="presOf" srcId="{5E445276-B425-4F67-A4B1-A5CF97E0894C}" destId="{BFC7C4A9-11C8-43A5-8893-6E5056012065}" srcOrd="1" destOrd="0" presId="urn:microsoft.com/office/officeart/2016/7/layout/RepeatingBendingProcessNew"/>
    <dgm:cxn modelId="{56D03255-3F46-4DE9-88CD-7CAD07F92761}" srcId="{32D1B588-DD58-4DB8-874D-EF872342B4C0}" destId="{A2294671-F389-47A8-A125-5CDD4B42A202}" srcOrd="7" destOrd="0" parTransId="{F2DC3BB1-87FE-4901-9343-5258238CD1B8}" sibTransId="{66B36BD5-9608-4986-98C8-D38D56DADDD9}"/>
    <dgm:cxn modelId="{EF954C75-B05E-40F8-BD82-0D559ACC9C62}" srcId="{32D1B588-DD58-4DB8-874D-EF872342B4C0}" destId="{854F04C3-E708-42BE-B1A9-A4B389A78D68}" srcOrd="4" destOrd="0" parTransId="{19704CDF-EDD2-4DF7-BF5D-13C940D888D6}" sibTransId="{369C9B52-5423-45DA-BCAF-62FD33FA5DCD}"/>
    <dgm:cxn modelId="{FEFF6E7A-DEAD-4B27-BFD7-BAFBF6147A99}" srcId="{32D1B588-DD58-4DB8-874D-EF872342B4C0}" destId="{9B1627D4-A65A-4282-96C7-DCB5C1FF4C85}" srcOrd="5" destOrd="0" parTransId="{8269FAAF-2464-404D-9C3C-C5952B866D2C}" sibTransId="{30294400-A526-4F28-BB81-4BA25193D712}"/>
    <dgm:cxn modelId="{6528597E-72D0-472C-9C55-D5F181375CDB}" srcId="{32D1B588-DD58-4DB8-874D-EF872342B4C0}" destId="{D1D14570-5B01-4618-8A26-ADA1ABE462C5}" srcOrd="0" destOrd="0" parTransId="{F458341B-F80B-4C30-B5ED-10439DF8945C}" sibTransId="{0BE9184F-71CC-4D5A-B76B-B9CD8AA35BA7}"/>
    <dgm:cxn modelId="{A7B6558F-7400-466D-A0F8-26CA08AB4D58}" type="presOf" srcId="{369C9B52-5423-45DA-BCAF-62FD33FA5DCD}" destId="{343932B3-26A9-43A6-872A-4B664B34191B}" srcOrd="0" destOrd="0" presId="urn:microsoft.com/office/officeart/2016/7/layout/RepeatingBendingProcessNew"/>
    <dgm:cxn modelId="{9D9AB292-6EDE-453A-B9E2-70C2451DF776}" type="presOf" srcId="{515E7787-6499-42D7-AE14-83318A8545F7}" destId="{D835E356-BE60-4C96-BB3B-4EC0BA903F2B}" srcOrd="0" destOrd="0" presId="urn:microsoft.com/office/officeart/2016/7/layout/RepeatingBendingProcessNew"/>
    <dgm:cxn modelId="{4C1DBE95-3758-42B7-9E7F-CC3345DF9F32}" type="presOf" srcId="{32D1B588-DD58-4DB8-874D-EF872342B4C0}" destId="{E0F8EA3A-8FF3-49C0-A15B-1B6B6DA05E7F}" srcOrd="0" destOrd="0" presId="urn:microsoft.com/office/officeart/2016/7/layout/RepeatingBendingProcessNew"/>
    <dgm:cxn modelId="{E4D94BA3-CB94-4CEC-A761-700EFFB28271}" type="presOf" srcId="{D1D14570-5B01-4618-8A26-ADA1ABE462C5}" destId="{D5EE1ABA-692A-4C19-9BFF-4E819D05EE53}" srcOrd="0" destOrd="0" presId="urn:microsoft.com/office/officeart/2016/7/layout/RepeatingBendingProcessNew"/>
    <dgm:cxn modelId="{472A2FA7-2FBA-4475-AA10-0399A6E8D5BA}" type="presOf" srcId="{369C9B52-5423-45DA-BCAF-62FD33FA5DCD}" destId="{FDDA9DBC-8645-481D-B53E-C014A0D7444D}" srcOrd="1" destOrd="0" presId="urn:microsoft.com/office/officeart/2016/7/layout/RepeatingBendingProcessNew"/>
    <dgm:cxn modelId="{A32D78AB-BD71-4068-8735-3DF1DDEBB57D}" type="presOf" srcId="{5E445276-B425-4F67-A4B1-A5CF97E0894C}" destId="{95309C5F-5826-4DA6-B67B-1ECE38827370}" srcOrd="0" destOrd="0" presId="urn:microsoft.com/office/officeart/2016/7/layout/RepeatingBendingProcessNew"/>
    <dgm:cxn modelId="{C51A76AE-FED8-4197-B1DB-ADC526B24929}" type="presOf" srcId="{E7058BB6-36DC-4C08-BB96-87C8B0685AD7}" destId="{71EF6BDE-07BE-426F-BFC7-3AFBEA6DCC7B}" srcOrd="0" destOrd="0" presId="urn:microsoft.com/office/officeart/2016/7/layout/RepeatingBendingProcessNew"/>
    <dgm:cxn modelId="{92CC7FAE-19F0-4B38-A16B-61315D834CAA}" type="presOf" srcId="{E7058BB6-36DC-4C08-BB96-87C8B0685AD7}" destId="{49537B3F-8AB8-4106-9A08-E5F154721EC1}" srcOrd="1" destOrd="0" presId="urn:microsoft.com/office/officeart/2016/7/layout/RepeatingBendingProcessNew"/>
    <dgm:cxn modelId="{C116C8BC-A438-475F-97A4-662BD0DF5EC5}" type="presOf" srcId="{9B1627D4-A65A-4282-96C7-DCB5C1FF4C85}" destId="{105145BD-BCA2-49DD-96BF-7D1140C0AE1C}" srcOrd="0" destOrd="0" presId="urn:microsoft.com/office/officeart/2016/7/layout/RepeatingBendingProcessNew"/>
    <dgm:cxn modelId="{EEAEF7C3-B3D4-4AA8-AB4B-48D15434B750}" type="presOf" srcId="{515E7787-6499-42D7-AE14-83318A8545F7}" destId="{8E32D133-C40B-4D78-BE73-576F143A191F}" srcOrd="1" destOrd="0" presId="urn:microsoft.com/office/officeart/2016/7/layout/RepeatingBendingProcessNew"/>
    <dgm:cxn modelId="{06AD4BCA-FCD9-4AD5-BD1E-BA17965E50BD}" type="presOf" srcId="{0BE9184F-71CC-4D5A-B76B-B9CD8AA35BA7}" destId="{E31D3667-8E93-46A0-BA48-210219A2B3B2}" srcOrd="1" destOrd="0" presId="urn:microsoft.com/office/officeart/2016/7/layout/RepeatingBendingProcessNew"/>
    <dgm:cxn modelId="{89658DDD-DE8B-456E-A980-4227EB989D60}" srcId="{32D1B588-DD58-4DB8-874D-EF872342B4C0}" destId="{24783403-4F68-491E-904D-F1CC30E2D263}" srcOrd="1" destOrd="0" parTransId="{11567FF2-6092-43A0-A87D-6170E7C6FE9C}" sibTransId="{515E7787-6499-42D7-AE14-83318A8545F7}"/>
    <dgm:cxn modelId="{332169F2-3183-4E52-B557-974AEF84D272}" type="presOf" srcId="{0BE9184F-71CC-4D5A-B76B-B9CD8AA35BA7}" destId="{84D45787-0C82-4EEA-A31F-03FA342BF554}" srcOrd="0" destOrd="0" presId="urn:microsoft.com/office/officeart/2016/7/layout/RepeatingBendingProcessNew"/>
    <dgm:cxn modelId="{434F74F2-5D49-4E3F-8D12-F2327550BC2A}" srcId="{32D1B588-DD58-4DB8-874D-EF872342B4C0}" destId="{86B1B856-914C-48C3-A0E7-16A919602DCB}" srcOrd="2" destOrd="0" parTransId="{8B9A68FE-662D-4702-BD9A-D83D29AFDDCA}" sibTransId="{E7058BB6-36DC-4C08-BB96-87C8B0685AD7}"/>
    <dgm:cxn modelId="{B97789FE-AFA3-40D3-80CA-55BDCB87858C}" type="presOf" srcId="{E276E3F5-5395-4AAD-959A-FD8CF1BBDA29}" destId="{D755AD3C-F911-4C81-A1D9-1F7D96F91E2E}" srcOrd="1" destOrd="0" presId="urn:microsoft.com/office/officeart/2016/7/layout/RepeatingBendingProcessNew"/>
    <dgm:cxn modelId="{0AB2FB60-C059-40FA-B002-91B9B581E4EB}" type="presParOf" srcId="{E0F8EA3A-8FF3-49C0-A15B-1B6B6DA05E7F}" destId="{D5EE1ABA-692A-4C19-9BFF-4E819D05EE53}" srcOrd="0" destOrd="0" presId="urn:microsoft.com/office/officeart/2016/7/layout/RepeatingBendingProcessNew"/>
    <dgm:cxn modelId="{5D6CF2DA-ABF0-4A9D-BE77-CE50FD0CFC24}" type="presParOf" srcId="{E0F8EA3A-8FF3-49C0-A15B-1B6B6DA05E7F}" destId="{84D45787-0C82-4EEA-A31F-03FA342BF554}" srcOrd="1" destOrd="0" presId="urn:microsoft.com/office/officeart/2016/7/layout/RepeatingBendingProcessNew"/>
    <dgm:cxn modelId="{941043BF-9090-4CE5-A312-88DC17DB9DF8}" type="presParOf" srcId="{84D45787-0C82-4EEA-A31F-03FA342BF554}" destId="{E31D3667-8E93-46A0-BA48-210219A2B3B2}" srcOrd="0" destOrd="0" presId="urn:microsoft.com/office/officeart/2016/7/layout/RepeatingBendingProcessNew"/>
    <dgm:cxn modelId="{EDD7B524-8D02-4054-B2D3-3E5BB77D3775}" type="presParOf" srcId="{E0F8EA3A-8FF3-49C0-A15B-1B6B6DA05E7F}" destId="{BC2A263A-BBCB-49D9-95D4-296AAA2A17B0}" srcOrd="2" destOrd="0" presId="urn:microsoft.com/office/officeart/2016/7/layout/RepeatingBendingProcessNew"/>
    <dgm:cxn modelId="{49762FD9-E396-4A0D-B063-D8B2F619C8D0}" type="presParOf" srcId="{E0F8EA3A-8FF3-49C0-A15B-1B6B6DA05E7F}" destId="{D835E356-BE60-4C96-BB3B-4EC0BA903F2B}" srcOrd="3" destOrd="0" presId="urn:microsoft.com/office/officeart/2016/7/layout/RepeatingBendingProcessNew"/>
    <dgm:cxn modelId="{19DCFDAA-C03E-4ED1-8846-2CF2AB5BF63F}" type="presParOf" srcId="{D835E356-BE60-4C96-BB3B-4EC0BA903F2B}" destId="{8E32D133-C40B-4D78-BE73-576F143A191F}" srcOrd="0" destOrd="0" presId="urn:microsoft.com/office/officeart/2016/7/layout/RepeatingBendingProcessNew"/>
    <dgm:cxn modelId="{71FC7908-CA6F-4C89-B4F2-77C76D00A7FD}" type="presParOf" srcId="{E0F8EA3A-8FF3-49C0-A15B-1B6B6DA05E7F}" destId="{13A9E421-D97F-42A4-B853-39EE348A0911}" srcOrd="4" destOrd="0" presId="urn:microsoft.com/office/officeart/2016/7/layout/RepeatingBendingProcessNew"/>
    <dgm:cxn modelId="{6AB5F02C-9C6B-4A2A-970C-3065D5D46CB2}" type="presParOf" srcId="{E0F8EA3A-8FF3-49C0-A15B-1B6B6DA05E7F}" destId="{71EF6BDE-07BE-426F-BFC7-3AFBEA6DCC7B}" srcOrd="5" destOrd="0" presId="urn:microsoft.com/office/officeart/2016/7/layout/RepeatingBendingProcessNew"/>
    <dgm:cxn modelId="{CE8304D4-A0E5-4F27-BBF5-D629F5A09596}" type="presParOf" srcId="{71EF6BDE-07BE-426F-BFC7-3AFBEA6DCC7B}" destId="{49537B3F-8AB8-4106-9A08-E5F154721EC1}" srcOrd="0" destOrd="0" presId="urn:microsoft.com/office/officeart/2016/7/layout/RepeatingBendingProcessNew"/>
    <dgm:cxn modelId="{6DD1C24F-36D2-4926-9FBB-4ECAE3387883}" type="presParOf" srcId="{E0F8EA3A-8FF3-49C0-A15B-1B6B6DA05E7F}" destId="{037E9745-8D5B-40DE-91E0-4FF51ABC24BD}" srcOrd="6" destOrd="0" presId="urn:microsoft.com/office/officeart/2016/7/layout/RepeatingBendingProcessNew"/>
    <dgm:cxn modelId="{84296596-BA35-42EA-A23E-0AC4B09697A3}" type="presParOf" srcId="{E0F8EA3A-8FF3-49C0-A15B-1B6B6DA05E7F}" destId="{91AFFAFF-7438-49AE-BFCE-EAA5140A16D3}" srcOrd="7" destOrd="0" presId="urn:microsoft.com/office/officeart/2016/7/layout/RepeatingBendingProcessNew"/>
    <dgm:cxn modelId="{7CFD5F3F-E98B-4173-B049-ECA035D81058}" type="presParOf" srcId="{91AFFAFF-7438-49AE-BFCE-EAA5140A16D3}" destId="{D755AD3C-F911-4C81-A1D9-1F7D96F91E2E}" srcOrd="0" destOrd="0" presId="urn:microsoft.com/office/officeart/2016/7/layout/RepeatingBendingProcessNew"/>
    <dgm:cxn modelId="{92F55D54-E2D8-4D80-8640-B96787889572}" type="presParOf" srcId="{E0F8EA3A-8FF3-49C0-A15B-1B6B6DA05E7F}" destId="{97FD015A-7297-4D18-82DC-B4486208ED7B}" srcOrd="8" destOrd="0" presId="urn:microsoft.com/office/officeart/2016/7/layout/RepeatingBendingProcessNew"/>
    <dgm:cxn modelId="{A78EFEEA-6198-47EB-A9D3-AB685503F0CB}" type="presParOf" srcId="{E0F8EA3A-8FF3-49C0-A15B-1B6B6DA05E7F}" destId="{343932B3-26A9-43A6-872A-4B664B34191B}" srcOrd="9" destOrd="0" presId="urn:microsoft.com/office/officeart/2016/7/layout/RepeatingBendingProcessNew"/>
    <dgm:cxn modelId="{D533EAAF-0F59-4AC8-B7CB-6A8A08520678}" type="presParOf" srcId="{343932B3-26A9-43A6-872A-4B664B34191B}" destId="{FDDA9DBC-8645-481D-B53E-C014A0D7444D}" srcOrd="0" destOrd="0" presId="urn:microsoft.com/office/officeart/2016/7/layout/RepeatingBendingProcessNew"/>
    <dgm:cxn modelId="{9860EDDF-E51F-42C0-847B-22F070A70150}" type="presParOf" srcId="{E0F8EA3A-8FF3-49C0-A15B-1B6B6DA05E7F}" destId="{105145BD-BCA2-49DD-96BF-7D1140C0AE1C}" srcOrd="10" destOrd="0" presId="urn:microsoft.com/office/officeart/2016/7/layout/RepeatingBendingProcessNew"/>
    <dgm:cxn modelId="{EBD84E2A-373D-4589-ACFA-466EBDFE3F2A}" type="presParOf" srcId="{E0F8EA3A-8FF3-49C0-A15B-1B6B6DA05E7F}" destId="{E1D0D209-C790-4856-A8DC-25DF23D24AA4}" srcOrd="11" destOrd="0" presId="urn:microsoft.com/office/officeart/2016/7/layout/RepeatingBendingProcessNew"/>
    <dgm:cxn modelId="{466E0DC9-7F1E-4311-840E-9AD4A3E2BBDC}" type="presParOf" srcId="{E1D0D209-C790-4856-A8DC-25DF23D24AA4}" destId="{82932CB8-C0DE-4D29-B803-9817FFB6AAFD}" srcOrd="0" destOrd="0" presId="urn:microsoft.com/office/officeart/2016/7/layout/RepeatingBendingProcessNew"/>
    <dgm:cxn modelId="{7658D41F-369F-43EC-8A93-1A3FF04D5274}" type="presParOf" srcId="{E0F8EA3A-8FF3-49C0-A15B-1B6B6DA05E7F}" destId="{5A87E1BF-CE73-4DC8-B378-4E6D63FCDB59}" srcOrd="12" destOrd="0" presId="urn:microsoft.com/office/officeart/2016/7/layout/RepeatingBendingProcessNew"/>
    <dgm:cxn modelId="{DE6CB9E6-49C3-4AC1-B62C-5D592F860D7B}" type="presParOf" srcId="{E0F8EA3A-8FF3-49C0-A15B-1B6B6DA05E7F}" destId="{95309C5F-5826-4DA6-B67B-1ECE38827370}" srcOrd="13" destOrd="0" presId="urn:microsoft.com/office/officeart/2016/7/layout/RepeatingBendingProcessNew"/>
    <dgm:cxn modelId="{BBDB4EAB-3524-4FCD-898B-7A7E023B9C38}" type="presParOf" srcId="{95309C5F-5826-4DA6-B67B-1ECE38827370}" destId="{BFC7C4A9-11C8-43A5-8893-6E5056012065}" srcOrd="0" destOrd="0" presId="urn:microsoft.com/office/officeart/2016/7/layout/RepeatingBendingProcessNew"/>
    <dgm:cxn modelId="{C80D8D07-51F9-47DD-BDF5-EF0392B84F64}" type="presParOf" srcId="{E0F8EA3A-8FF3-49C0-A15B-1B6B6DA05E7F}" destId="{D8650017-B0A2-4976-A04F-BAFA3279ED0A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071ED1-DBE9-4309-9FE8-7627E21CAE0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020016-D222-4F74-AAE0-66FE0E2D25D5}">
      <dgm:prSet/>
      <dgm:spPr/>
      <dgm:t>
        <a:bodyPr/>
        <a:lstStyle/>
        <a:p>
          <a:r>
            <a:rPr lang="en-US" b="0" i="0" dirty="0"/>
            <a:t>Focused on the generation, collection, management, and export of telemetry</a:t>
          </a:r>
          <a:endParaRPr lang="en-US" dirty="0"/>
        </a:p>
      </dgm:t>
    </dgm:pt>
    <dgm:pt modelId="{ABA1CA7A-EA65-479D-82BA-FD5FF07A307A}" type="parTrans" cxnId="{27FE3FCA-3BF0-4DD5-ABED-201358DF2122}">
      <dgm:prSet/>
      <dgm:spPr/>
      <dgm:t>
        <a:bodyPr/>
        <a:lstStyle/>
        <a:p>
          <a:endParaRPr lang="en-US"/>
        </a:p>
      </dgm:t>
    </dgm:pt>
    <dgm:pt modelId="{160A7D29-77E5-409D-AC3B-3B6D69996C70}" type="sibTrans" cxnId="{27FE3FCA-3BF0-4DD5-ABED-201358DF2122}">
      <dgm:prSet/>
      <dgm:spPr/>
      <dgm:t>
        <a:bodyPr/>
        <a:lstStyle/>
        <a:p>
          <a:endParaRPr lang="en-US"/>
        </a:p>
      </dgm:t>
    </dgm:pt>
    <dgm:pt modelId="{787D0FDD-8946-444D-A4C2-B1A6322A50A1}">
      <dgm:prSet/>
      <dgm:spPr/>
      <dgm:t>
        <a:bodyPr/>
        <a:lstStyle/>
        <a:p>
          <a:r>
            <a:rPr lang="en-IN" b="0" i="0" dirty="0"/>
            <a:t>CNCF community-driven open-source project</a:t>
          </a:r>
          <a:endParaRPr lang="en-US" dirty="0"/>
        </a:p>
      </dgm:t>
    </dgm:pt>
    <dgm:pt modelId="{0F46D593-2F07-477E-B0E4-DA925A4ACD47}" type="parTrans" cxnId="{DC315622-6374-4F91-B278-C63578ED348D}">
      <dgm:prSet/>
      <dgm:spPr/>
      <dgm:t>
        <a:bodyPr/>
        <a:lstStyle/>
        <a:p>
          <a:endParaRPr lang="en-US"/>
        </a:p>
      </dgm:t>
    </dgm:pt>
    <dgm:pt modelId="{D8C3E418-629F-4D13-AB62-432AF5FB391A}" type="sibTrans" cxnId="{DC315622-6374-4F91-B278-C63578ED348D}">
      <dgm:prSet/>
      <dgm:spPr/>
      <dgm:t>
        <a:bodyPr/>
        <a:lstStyle/>
        <a:p>
          <a:endParaRPr lang="en-US"/>
        </a:p>
      </dgm:t>
    </dgm:pt>
    <dgm:pt modelId="{A7EA8641-FD25-4E62-9538-E058E2D8E321}">
      <dgm:prSet/>
      <dgm:spPr/>
      <dgm:t>
        <a:bodyPr/>
        <a:lstStyle/>
        <a:p>
          <a:r>
            <a:rPr lang="en-IN" b="0" i="0" dirty="0"/>
            <a:t>Vendor-agnostic</a:t>
          </a:r>
          <a:endParaRPr lang="en-US" dirty="0"/>
        </a:p>
      </dgm:t>
    </dgm:pt>
    <dgm:pt modelId="{CEA5DC85-BE87-41C5-8B37-0DCF6DAA7B93}" type="parTrans" cxnId="{5EEF4ACD-2052-47FD-AC90-0F188C4C3644}">
      <dgm:prSet/>
      <dgm:spPr/>
      <dgm:t>
        <a:bodyPr/>
        <a:lstStyle/>
        <a:p>
          <a:endParaRPr lang="en-US"/>
        </a:p>
      </dgm:t>
    </dgm:pt>
    <dgm:pt modelId="{F622EF86-9454-42D9-8A9A-21E7303E0E3B}" type="sibTrans" cxnId="{5EEF4ACD-2052-47FD-AC90-0F188C4C3644}">
      <dgm:prSet/>
      <dgm:spPr/>
      <dgm:t>
        <a:bodyPr/>
        <a:lstStyle/>
        <a:p>
          <a:endParaRPr lang="en-US"/>
        </a:p>
      </dgm:t>
    </dgm:pt>
    <dgm:pt modelId="{D21825BB-DD32-4B6D-B416-734F7AEC1B91}">
      <dgm:prSet/>
      <dgm:spPr/>
      <dgm:t>
        <a:bodyPr/>
        <a:lstStyle/>
        <a:p>
          <a:r>
            <a:rPr lang="en-IN" dirty="0"/>
            <a:t>I</a:t>
          </a:r>
          <a:r>
            <a:rPr lang="en-IN" b="1" i="0" dirty="0"/>
            <a:t>nstrument</a:t>
          </a:r>
          <a:r>
            <a:rPr lang="en-IN" b="0" i="0" dirty="0"/>
            <a:t> our cloud-native applications</a:t>
          </a:r>
          <a:endParaRPr lang="en-US" dirty="0"/>
        </a:p>
      </dgm:t>
    </dgm:pt>
    <dgm:pt modelId="{AA4B23B5-F5B4-4EE6-B4C0-8962B08E5F61}" type="parTrans" cxnId="{38F3CE39-8A09-430D-BC66-1EADB0F0B6ED}">
      <dgm:prSet/>
      <dgm:spPr/>
      <dgm:t>
        <a:bodyPr/>
        <a:lstStyle/>
        <a:p>
          <a:endParaRPr lang="en-US"/>
        </a:p>
      </dgm:t>
    </dgm:pt>
    <dgm:pt modelId="{5A947036-8B8C-4207-89AE-54FD07D5EE8C}" type="sibTrans" cxnId="{38F3CE39-8A09-430D-BC66-1EADB0F0B6ED}">
      <dgm:prSet/>
      <dgm:spPr/>
      <dgm:t>
        <a:bodyPr/>
        <a:lstStyle/>
        <a:p>
          <a:endParaRPr lang="en-US"/>
        </a:p>
      </dgm:t>
    </dgm:pt>
    <dgm:pt modelId="{85649BDE-5D94-49B6-B824-841FE5D81967}">
      <dgm:prSet/>
      <dgm:spPr/>
      <dgm:t>
        <a:bodyPr/>
        <a:lstStyle/>
        <a:p>
          <a:r>
            <a:rPr lang="en-US" b="0" i="0" dirty="0"/>
            <a:t>Collects logs, metrics, and traces and acts as the glue</a:t>
          </a:r>
          <a:endParaRPr lang="en-US" dirty="0"/>
        </a:p>
      </dgm:t>
    </dgm:pt>
    <dgm:pt modelId="{EF74EB43-170A-409D-8780-3B5102F8F9C8}" type="parTrans" cxnId="{6725ECEC-9A3F-40ED-A77F-3427D7710A62}">
      <dgm:prSet/>
      <dgm:spPr/>
      <dgm:t>
        <a:bodyPr/>
        <a:lstStyle/>
        <a:p>
          <a:endParaRPr lang="en-US"/>
        </a:p>
      </dgm:t>
    </dgm:pt>
    <dgm:pt modelId="{57AA728B-BDB0-41F5-93A0-07E9166CF50B}" type="sibTrans" cxnId="{6725ECEC-9A3F-40ED-A77F-3427D7710A62}">
      <dgm:prSet/>
      <dgm:spPr/>
      <dgm:t>
        <a:bodyPr/>
        <a:lstStyle/>
        <a:p>
          <a:endParaRPr lang="en-US"/>
        </a:p>
      </dgm:t>
    </dgm:pt>
    <dgm:pt modelId="{BE85F525-8C49-40E9-A69F-A5E29FA26AC6}">
      <dgm:prSet/>
      <dgm:spPr/>
      <dgm:t>
        <a:bodyPr/>
        <a:lstStyle/>
        <a:p>
          <a:r>
            <a:rPr lang="en-US" b="0" i="0" dirty="0"/>
            <a:t>One specification that is respected by all vendors</a:t>
          </a:r>
          <a:endParaRPr lang="en-US" dirty="0"/>
        </a:p>
      </dgm:t>
    </dgm:pt>
    <dgm:pt modelId="{C168F4B4-E0F0-4F63-93B6-9012011859FE}" type="parTrans" cxnId="{1114958F-89A0-438F-A67A-EAD71527C67D}">
      <dgm:prSet/>
      <dgm:spPr/>
      <dgm:t>
        <a:bodyPr/>
        <a:lstStyle/>
        <a:p>
          <a:endParaRPr lang="en-US"/>
        </a:p>
      </dgm:t>
    </dgm:pt>
    <dgm:pt modelId="{2423AEF2-CED4-48B6-8FB0-9E79E454C739}" type="sibTrans" cxnId="{1114958F-89A0-438F-A67A-EAD71527C67D}">
      <dgm:prSet/>
      <dgm:spPr/>
      <dgm:t>
        <a:bodyPr/>
        <a:lstStyle/>
        <a:p>
          <a:endParaRPr lang="en-US"/>
        </a:p>
      </dgm:t>
    </dgm:pt>
    <dgm:pt modelId="{909FB813-B74A-4764-824B-FE4072EEEE70}" type="pres">
      <dgm:prSet presAssocID="{A2071ED1-DBE9-4309-9FE8-7627E21CAE0C}" presName="diagram" presStyleCnt="0">
        <dgm:presLayoutVars>
          <dgm:dir/>
          <dgm:resizeHandles val="exact"/>
        </dgm:presLayoutVars>
      </dgm:prSet>
      <dgm:spPr/>
    </dgm:pt>
    <dgm:pt modelId="{37B95079-0073-4E03-B7DC-900433935766}" type="pres">
      <dgm:prSet presAssocID="{6D020016-D222-4F74-AAE0-66FE0E2D25D5}" presName="node" presStyleLbl="node1" presStyleIdx="0" presStyleCnt="6">
        <dgm:presLayoutVars>
          <dgm:bulletEnabled val="1"/>
        </dgm:presLayoutVars>
      </dgm:prSet>
      <dgm:spPr/>
    </dgm:pt>
    <dgm:pt modelId="{DDDEAB6C-A4B3-4C69-8408-389A248A2434}" type="pres">
      <dgm:prSet presAssocID="{160A7D29-77E5-409D-AC3B-3B6D69996C70}" presName="sibTrans" presStyleCnt="0"/>
      <dgm:spPr/>
    </dgm:pt>
    <dgm:pt modelId="{BD76AFDD-459E-478D-8C13-166C7C6AB71C}" type="pres">
      <dgm:prSet presAssocID="{787D0FDD-8946-444D-A4C2-B1A6322A50A1}" presName="node" presStyleLbl="node1" presStyleIdx="1" presStyleCnt="6">
        <dgm:presLayoutVars>
          <dgm:bulletEnabled val="1"/>
        </dgm:presLayoutVars>
      </dgm:prSet>
      <dgm:spPr/>
    </dgm:pt>
    <dgm:pt modelId="{B84392DC-F2B9-4A6C-828E-5716EEC1D245}" type="pres">
      <dgm:prSet presAssocID="{D8C3E418-629F-4D13-AB62-432AF5FB391A}" presName="sibTrans" presStyleCnt="0"/>
      <dgm:spPr/>
    </dgm:pt>
    <dgm:pt modelId="{7E572701-D74E-48AD-9B97-921F68182F0F}" type="pres">
      <dgm:prSet presAssocID="{A7EA8641-FD25-4E62-9538-E058E2D8E321}" presName="node" presStyleLbl="node1" presStyleIdx="2" presStyleCnt="6">
        <dgm:presLayoutVars>
          <dgm:bulletEnabled val="1"/>
        </dgm:presLayoutVars>
      </dgm:prSet>
      <dgm:spPr/>
    </dgm:pt>
    <dgm:pt modelId="{6B6BA933-1159-4FB0-9966-975F69A15BD9}" type="pres">
      <dgm:prSet presAssocID="{F622EF86-9454-42D9-8A9A-21E7303E0E3B}" presName="sibTrans" presStyleCnt="0"/>
      <dgm:spPr/>
    </dgm:pt>
    <dgm:pt modelId="{F1A72E84-90ED-47DB-9293-CF1BA36DB782}" type="pres">
      <dgm:prSet presAssocID="{D21825BB-DD32-4B6D-B416-734F7AEC1B91}" presName="node" presStyleLbl="node1" presStyleIdx="3" presStyleCnt="6">
        <dgm:presLayoutVars>
          <dgm:bulletEnabled val="1"/>
        </dgm:presLayoutVars>
      </dgm:prSet>
      <dgm:spPr/>
    </dgm:pt>
    <dgm:pt modelId="{0207D2AB-5E52-488A-A64B-12B2D150691E}" type="pres">
      <dgm:prSet presAssocID="{5A947036-8B8C-4207-89AE-54FD07D5EE8C}" presName="sibTrans" presStyleCnt="0"/>
      <dgm:spPr/>
    </dgm:pt>
    <dgm:pt modelId="{72493B10-C412-4BF5-A821-990CB689160B}" type="pres">
      <dgm:prSet presAssocID="{85649BDE-5D94-49B6-B824-841FE5D81967}" presName="node" presStyleLbl="node1" presStyleIdx="4" presStyleCnt="6">
        <dgm:presLayoutVars>
          <dgm:bulletEnabled val="1"/>
        </dgm:presLayoutVars>
      </dgm:prSet>
      <dgm:spPr/>
    </dgm:pt>
    <dgm:pt modelId="{75451416-DA9D-4766-A519-C5AC88FBFD22}" type="pres">
      <dgm:prSet presAssocID="{57AA728B-BDB0-41F5-93A0-07E9166CF50B}" presName="sibTrans" presStyleCnt="0"/>
      <dgm:spPr/>
    </dgm:pt>
    <dgm:pt modelId="{D5342F86-DE84-4D8B-9905-5130C0EDB51D}" type="pres">
      <dgm:prSet presAssocID="{BE85F525-8C49-40E9-A69F-A5E29FA26AC6}" presName="node" presStyleLbl="node1" presStyleIdx="5" presStyleCnt="6">
        <dgm:presLayoutVars>
          <dgm:bulletEnabled val="1"/>
        </dgm:presLayoutVars>
      </dgm:prSet>
      <dgm:spPr/>
    </dgm:pt>
  </dgm:ptLst>
  <dgm:cxnLst>
    <dgm:cxn modelId="{E5C8C014-DD68-49BE-9FF7-DFD21965E027}" type="presOf" srcId="{A7EA8641-FD25-4E62-9538-E058E2D8E321}" destId="{7E572701-D74E-48AD-9B97-921F68182F0F}" srcOrd="0" destOrd="0" presId="urn:microsoft.com/office/officeart/2005/8/layout/default"/>
    <dgm:cxn modelId="{DC315622-6374-4F91-B278-C63578ED348D}" srcId="{A2071ED1-DBE9-4309-9FE8-7627E21CAE0C}" destId="{787D0FDD-8946-444D-A4C2-B1A6322A50A1}" srcOrd="1" destOrd="0" parTransId="{0F46D593-2F07-477E-B0E4-DA925A4ACD47}" sibTransId="{D8C3E418-629F-4D13-AB62-432AF5FB391A}"/>
    <dgm:cxn modelId="{B84C4E28-DDAD-4B87-8F1F-43306F0E1936}" type="presOf" srcId="{A2071ED1-DBE9-4309-9FE8-7627E21CAE0C}" destId="{909FB813-B74A-4764-824B-FE4072EEEE70}" srcOrd="0" destOrd="0" presId="urn:microsoft.com/office/officeart/2005/8/layout/default"/>
    <dgm:cxn modelId="{DF96F52D-8595-4574-B322-8573D08C0F00}" type="presOf" srcId="{BE85F525-8C49-40E9-A69F-A5E29FA26AC6}" destId="{D5342F86-DE84-4D8B-9905-5130C0EDB51D}" srcOrd="0" destOrd="0" presId="urn:microsoft.com/office/officeart/2005/8/layout/default"/>
    <dgm:cxn modelId="{38F3CE39-8A09-430D-BC66-1EADB0F0B6ED}" srcId="{A2071ED1-DBE9-4309-9FE8-7627E21CAE0C}" destId="{D21825BB-DD32-4B6D-B416-734F7AEC1B91}" srcOrd="3" destOrd="0" parTransId="{AA4B23B5-F5B4-4EE6-B4C0-8962B08E5F61}" sibTransId="{5A947036-8B8C-4207-89AE-54FD07D5EE8C}"/>
    <dgm:cxn modelId="{FD655A88-D11E-4FF1-960B-28CC88D8B680}" type="presOf" srcId="{787D0FDD-8946-444D-A4C2-B1A6322A50A1}" destId="{BD76AFDD-459E-478D-8C13-166C7C6AB71C}" srcOrd="0" destOrd="0" presId="urn:microsoft.com/office/officeart/2005/8/layout/default"/>
    <dgm:cxn modelId="{1114958F-89A0-438F-A67A-EAD71527C67D}" srcId="{A2071ED1-DBE9-4309-9FE8-7627E21CAE0C}" destId="{BE85F525-8C49-40E9-A69F-A5E29FA26AC6}" srcOrd="5" destOrd="0" parTransId="{C168F4B4-E0F0-4F63-93B6-9012011859FE}" sibTransId="{2423AEF2-CED4-48B6-8FB0-9E79E454C739}"/>
    <dgm:cxn modelId="{B631F59F-EFED-4806-B8F9-292B28CD09A0}" type="presOf" srcId="{6D020016-D222-4F74-AAE0-66FE0E2D25D5}" destId="{37B95079-0073-4E03-B7DC-900433935766}" srcOrd="0" destOrd="0" presId="urn:microsoft.com/office/officeart/2005/8/layout/default"/>
    <dgm:cxn modelId="{4E8FA5A6-30ED-4AD6-A4F4-3EA5ACED1A7B}" type="presOf" srcId="{85649BDE-5D94-49B6-B824-841FE5D81967}" destId="{72493B10-C412-4BF5-A821-990CB689160B}" srcOrd="0" destOrd="0" presId="urn:microsoft.com/office/officeart/2005/8/layout/default"/>
    <dgm:cxn modelId="{A8959EB6-8656-4DDA-8CB1-4F6BFE1D952D}" type="presOf" srcId="{D21825BB-DD32-4B6D-B416-734F7AEC1B91}" destId="{F1A72E84-90ED-47DB-9293-CF1BA36DB782}" srcOrd="0" destOrd="0" presId="urn:microsoft.com/office/officeart/2005/8/layout/default"/>
    <dgm:cxn modelId="{27FE3FCA-3BF0-4DD5-ABED-201358DF2122}" srcId="{A2071ED1-DBE9-4309-9FE8-7627E21CAE0C}" destId="{6D020016-D222-4F74-AAE0-66FE0E2D25D5}" srcOrd="0" destOrd="0" parTransId="{ABA1CA7A-EA65-479D-82BA-FD5FF07A307A}" sibTransId="{160A7D29-77E5-409D-AC3B-3B6D69996C70}"/>
    <dgm:cxn modelId="{5EEF4ACD-2052-47FD-AC90-0F188C4C3644}" srcId="{A2071ED1-DBE9-4309-9FE8-7627E21CAE0C}" destId="{A7EA8641-FD25-4E62-9538-E058E2D8E321}" srcOrd="2" destOrd="0" parTransId="{CEA5DC85-BE87-41C5-8B37-0DCF6DAA7B93}" sibTransId="{F622EF86-9454-42D9-8A9A-21E7303E0E3B}"/>
    <dgm:cxn modelId="{6725ECEC-9A3F-40ED-A77F-3427D7710A62}" srcId="{A2071ED1-DBE9-4309-9FE8-7627E21CAE0C}" destId="{85649BDE-5D94-49B6-B824-841FE5D81967}" srcOrd="4" destOrd="0" parTransId="{EF74EB43-170A-409D-8780-3B5102F8F9C8}" sibTransId="{57AA728B-BDB0-41F5-93A0-07E9166CF50B}"/>
    <dgm:cxn modelId="{C81FB543-EEFD-4EC2-B3B0-8687DE042A51}" type="presParOf" srcId="{909FB813-B74A-4764-824B-FE4072EEEE70}" destId="{37B95079-0073-4E03-B7DC-900433935766}" srcOrd="0" destOrd="0" presId="urn:microsoft.com/office/officeart/2005/8/layout/default"/>
    <dgm:cxn modelId="{0458E638-72AB-4F5F-87D2-7A5539376D40}" type="presParOf" srcId="{909FB813-B74A-4764-824B-FE4072EEEE70}" destId="{DDDEAB6C-A4B3-4C69-8408-389A248A2434}" srcOrd="1" destOrd="0" presId="urn:microsoft.com/office/officeart/2005/8/layout/default"/>
    <dgm:cxn modelId="{D6A9CAD8-E81F-4E71-AD05-C88BFDCB07A5}" type="presParOf" srcId="{909FB813-B74A-4764-824B-FE4072EEEE70}" destId="{BD76AFDD-459E-478D-8C13-166C7C6AB71C}" srcOrd="2" destOrd="0" presId="urn:microsoft.com/office/officeart/2005/8/layout/default"/>
    <dgm:cxn modelId="{65418A8F-E23A-40F9-8514-1206AEA58982}" type="presParOf" srcId="{909FB813-B74A-4764-824B-FE4072EEEE70}" destId="{B84392DC-F2B9-4A6C-828E-5716EEC1D245}" srcOrd="3" destOrd="0" presId="urn:microsoft.com/office/officeart/2005/8/layout/default"/>
    <dgm:cxn modelId="{B3EBFC90-3656-471E-A57B-938D640AE5C5}" type="presParOf" srcId="{909FB813-B74A-4764-824B-FE4072EEEE70}" destId="{7E572701-D74E-48AD-9B97-921F68182F0F}" srcOrd="4" destOrd="0" presId="urn:microsoft.com/office/officeart/2005/8/layout/default"/>
    <dgm:cxn modelId="{61B53A1B-B51B-4E84-8957-42EB811D1F81}" type="presParOf" srcId="{909FB813-B74A-4764-824B-FE4072EEEE70}" destId="{6B6BA933-1159-4FB0-9966-975F69A15BD9}" srcOrd="5" destOrd="0" presId="urn:microsoft.com/office/officeart/2005/8/layout/default"/>
    <dgm:cxn modelId="{82DD4FA9-4EC4-438C-8F97-4FE9C8538379}" type="presParOf" srcId="{909FB813-B74A-4764-824B-FE4072EEEE70}" destId="{F1A72E84-90ED-47DB-9293-CF1BA36DB782}" srcOrd="6" destOrd="0" presId="urn:microsoft.com/office/officeart/2005/8/layout/default"/>
    <dgm:cxn modelId="{5F005E36-D8FB-4287-9754-6C7398046D46}" type="presParOf" srcId="{909FB813-B74A-4764-824B-FE4072EEEE70}" destId="{0207D2AB-5E52-488A-A64B-12B2D150691E}" srcOrd="7" destOrd="0" presId="urn:microsoft.com/office/officeart/2005/8/layout/default"/>
    <dgm:cxn modelId="{BDD94818-0558-4359-9C94-03BDBC38EB72}" type="presParOf" srcId="{909FB813-B74A-4764-824B-FE4072EEEE70}" destId="{72493B10-C412-4BF5-A821-990CB689160B}" srcOrd="8" destOrd="0" presId="urn:microsoft.com/office/officeart/2005/8/layout/default"/>
    <dgm:cxn modelId="{FD98A3A8-82E1-45E4-A0A9-7CFB70C9BB97}" type="presParOf" srcId="{909FB813-B74A-4764-824B-FE4072EEEE70}" destId="{75451416-DA9D-4766-A519-C5AC88FBFD22}" srcOrd="9" destOrd="0" presId="urn:microsoft.com/office/officeart/2005/8/layout/default"/>
    <dgm:cxn modelId="{04CC3438-8420-41C6-93B9-86A85E233B66}" type="presParOf" srcId="{909FB813-B74A-4764-824B-FE4072EEEE70}" destId="{D5342F86-DE84-4D8B-9905-5130C0EDB51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7AA3779-C34F-401F-91DC-DC358E5F62E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2802A0-E3FD-43AD-94F6-4B64DEEDB546}">
      <dgm:prSet/>
      <dgm:spPr/>
      <dgm:t>
        <a:bodyPr/>
        <a:lstStyle/>
        <a:p>
          <a:r>
            <a:rPr lang="en-IN"/>
            <a:t>- Collect Process, and export telemetry data</a:t>
          </a:r>
          <a:endParaRPr lang="en-US"/>
        </a:p>
      </dgm:t>
    </dgm:pt>
    <dgm:pt modelId="{F2B2212C-4779-43D9-BCB8-299A88710815}" type="parTrans" cxnId="{CAA52A0E-D3B9-4961-BEE4-4B4E0026B408}">
      <dgm:prSet/>
      <dgm:spPr/>
      <dgm:t>
        <a:bodyPr/>
        <a:lstStyle/>
        <a:p>
          <a:endParaRPr lang="en-US"/>
        </a:p>
      </dgm:t>
    </dgm:pt>
    <dgm:pt modelId="{5C9A9D15-740D-480F-BAAE-022D7A026410}" type="sibTrans" cxnId="{CAA52A0E-D3B9-4961-BEE4-4B4E0026B408}">
      <dgm:prSet/>
      <dgm:spPr/>
      <dgm:t>
        <a:bodyPr/>
        <a:lstStyle/>
        <a:p>
          <a:endParaRPr lang="en-US"/>
        </a:p>
      </dgm:t>
    </dgm:pt>
    <dgm:pt modelId="{E7F0C3A7-112B-445B-B782-BD8A57E5924D}">
      <dgm:prSet/>
      <dgm:spPr/>
      <dgm:t>
        <a:bodyPr/>
        <a:lstStyle/>
        <a:p>
          <a:r>
            <a:rPr lang="en-IN"/>
            <a:t>- Support multiple type of telemetry</a:t>
          </a:r>
          <a:endParaRPr lang="en-US"/>
        </a:p>
      </dgm:t>
    </dgm:pt>
    <dgm:pt modelId="{758A4DD0-3703-4714-9C60-E12362838915}" type="parTrans" cxnId="{D8EAAB04-1B09-49F2-8EFD-A0725AB6ABDC}">
      <dgm:prSet/>
      <dgm:spPr/>
      <dgm:t>
        <a:bodyPr/>
        <a:lstStyle/>
        <a:p>
          <a:endParaRPr lang="en-US"/>
        </a:p>
      </dgm:t>
    </dgm:pt>
    <dgm:pt modelId="{0E25E517-DDB4-4019-9127-9D8B8B175292}" type="sibTrans" cxnId="{D8EAAB04-1B09-49F2-8EFD-A0725AB6ABDC}">
      <dgm:prSet/>
      <dgm:spPr/>
      <dgm:t>
        <a:bodyPr/>
        <a:lstStyle/>
        <a:p>
          <a:endParaRPr lang="en-US"/>
        </a:p>
      </dgm:t>
    </dgm:pt>
    <dgm:pt modelId="{FB1978E4-8E7E-4CDB-AD4A-A254EA90E29F}">
      <dgm:prSet/>
      <dgm:spPr/>
      <dgm:t>
        <a:bodyPr/>
        <a:lstStyle/>
        <a:p>
          <a:r>
            <a:rPr lang="en-IN"/>
            <a:t>- Highly extensible and customizable</a:t>
          </a:r>
          <a:endParaRPr lang="en-US"/>
        </a:p>
      </dgm:t>
    </dgm:pt>
    <dgm:pt modelId="{96402937-4ECB-475A-BF34-5DD957220098}" type="parTrans" cxnId="{784A036B-0A93-4FB8-ADC8-0079EC41BDD8}">
      <dgm:prSet/>
      <dgm:spPr/>
      <dgm:t>
        <a:bodyPr/>
        <a:lstStyle/>
        <a:p>
          <a:endParaRPr lang="en-US"/>
        </a:p>
      </dgm:t>
    </dgm:pt>
    <dgm:pt modelId="{3CA25900-F8CF-42C6-810B-7BC93873E3F2}" type="sibTrans" cxnId="{784A036B-0A93-4FB8-ADC8-0079EC41BDD8}">
      <dgm:prSet/>
      <dgm:spPr/>
      <dgm:t>
        <a:bodyPr/>
        <a:lstStyle/>
        <a:p>
          <a:endParaRPr lang="en-US"/>
        </a:p>
      </dgm:t>
    </dgm:pt>
    <dgm:pt modelId="{5083F1DC-2014-4CCB-8D22-D2D650FF3593}">
      <dgm:prSet/>
      <dgm:spPr/>
      <dgm:t>
        <a:bodyPr/>
        <a:lstStyle/>
        <a:p>
          <a:r>
            <a:rPr lang="en-IN"/>
            <a:t>- Components</a:t>
          </a:r>
          <a:endParaRPr lang="en-US"/>
        </a:p>
      </dgm:t>
    </dgm:pt>
    <dgm:pt modelId="{5D88A725-82F4-47CE-900A-D18AF81E49ED}" type="parTrans" cxnId="{3B46DD6C-9A48-4F69-B611-66FCBB5B2CD4}">
      <dgm:prSet/>
      <dgm:spPr/>
      <dgm:t>
        <a:bodyPr/>
        <a:lstStyle/>
        <a:p>
          <a:endParaRPr lang="en-US"/>
        </a:p>
      </dgm:t>
    </dgm:pt>
    <dgm:pt modelId="{83E7624F-E02A-476C-A89B-2D6525029C21}" type="sibTrans" cxnId="{3B46DD6C-9A48-4F69-B611-66FCBB5B2CD4}">
      <dgm:prSet/>
      <dgm:spPr/>
      <dgm:t>
        <a:bodyPr/>
        <a:lstStyle/>
        <a:p>
          <a:endParaRPr lang="en-US"/>
        </a:p>
      </dgm:t>
    </dgm:pt>
    <dgm:pt modelId="{FB7CD218-A55C-4F76-8483-9C6E031F0577}">
      <dgm:prSet/>
      <dgm:spPr/>
      <dgm:t>
        <a:bodyPr/>
        <a:lstStyle/>
        <a:p>
          <a:r>
            <a:rPr lang="en-IN"/>
            <a:t>- Receivers</a:t>
          </a:r>
          <a:endParaRPr lang="en-US"/>
        </a:p>
      </dgm:t>
    </dgm:pt>
    <dgm:pt modelId="{63F9C5F5-45EF-44F0-A7E3-A004C6B9DDE9}" type="parTrans" cxnId="{651CC36C-CADB-4B9D-B6A7-7142ABFBF227}">
      <dgm:prSet/>
      <dgm:spPr/>
      <dgm:t>
        <a:bodyPr/>
        <a:lstStyle/>
        <a:p>
          <a:endParaRPr lang="en-US"/>
        </a:p>
      </dgm:t>
    </dgm:pt>
    <dgm:pt modelId="{6DBDEE90-4E28-4DFA-B828-E055BF1E63B2}" type="sibTrans" cxnId="{651CC36C-CADB-4B9D-B6A7-7142ABFBF227}">
      <dgm:prSet/>
      <dgm:spPr/>
      <dgm:t>
        <a:bodyPr/>
        <a:lstStyle/>
        <a:p>
          <a:endParaRPr lang="en-US"/>
        </a:p>
      </dgm:t>
    </dgm:pt>
    <dgm:pt modelId="{DFF31CE2-D1F4-4635-BC10-5BBDDAFE0FD5}">
      <dgm:prSet/>
      <dgm:spPr/>
      <dgm:t>
        <a:bodyPr/>
        <a:lstStyle/>
        <a:p>
          <a:r>
            <a:rPr lang="en-IN"/>
            <a:t>- Processors</a:t>
          </a:r>
          <a:endParaRPr lang="en-US"/>
        </a:p>
      </dgm:t>
    </dgm:pt>
    <dgm:pt modelId="{810AACB4-216B-4BA4-A96A-7DE54034AEDB}" type="parTrans" cxnId="{2D90A10F-FADD-4412-AA57-E7CB7AB0C362}">
      <dgm:prSet/>
      <dgm:spPr/>
      <dgm:t>
        <a:bodyPr/>
        <a:lstStyle/>
        <a:p>
          <a:endParaRPr lang="en-US"/>
        </a:p>
      </dgm:t>
    </dgm:pt>
    <dgm:pt modelId="{7445F2A5-EF03-4C2E-9CB8-FE5F39ACB0AA}" type="sibTrans" cxnId="{2D90A10F-FADD-4412-AA57-E7CB7AB0C362}">
      <dgm:prSet/>
      <dgm:spPr/>
      <dgm:t>
        <a:bodyPr/>
        <a:lstStyle/>
        <a:p>
          <a:endParaRPr lang="en-US"/>
        </a:p>
      </dgm:t>
    </dgm:pt>
    <dgm:pt modelId="{78CA9DF5-979A-4063-B8B3-D4D3C209115F}">
      <dgm:prSet/>
      <dgm:spPr/>
      <dgm:t>
        <a:bodyPr/>
        <a:lstStyle/>
        <a:p>
          <a:r>
            <a:rPr lang="en-IN"/>
            <a:t>- Exporters</a:t>
          </a:r>
          <a:endParaRPr lang="en-US"/>
        </a:p>
      </dgm:t>
    </dgm:pt>
    <dgm:pt modelId="{6C20D2F6-1C6D-4EAC-8D9D-4EB749523255}" type="parTrans" cxnId="{1BF8763F-82FA-4CE8-9AE1-6EDB0E47E487}">
      <dgm:prSet/>
      <dgm:spPr/>
      <dgm:t>
        <a:bodyPr/>
        <a:lstStyle/>
        <a:p>
          <a:endParaRPr lang="en-US"/>
        </a:p>
      </dgm:t>
    </dgm:pt>
    <dgm:pt modelId="{B28DF545-A3E8-419A-B7D6-B2604B94B734}" type="sibTrans" cxnId="{1BF8763F-82FA-4CE8-9AE1-6EDB0E47E487}">
      <dgm:prSet/>
      <dgm:spPr/>
      <dgm:t>
        <a:bodyPr/>
        <a:lstStyle/>
        <a:p>
          <a:endParaRPr lang="en-US"/>
        </a:p>
      </dgm:t>
    </dgm:pt>
    <dgm:pt modelId="{C8014460-26B3-4867-8F36-8FB4AA7AC09F}">
      <dgm:prSet/>
      <dgm:spPr/>
      <dgm:t>
        <a:bodyPr/>
        <a:lstStyle/>
        <a:p>
          <a:r>
            <a:rPr lang="en-IN"/>
            <a:t>- Extensions</a:t>
          </a:r>
          <a:endParaRPr lang="en-US"/>
        </a:p>
      </dgm:t>
    </dgm:pt>
    <dgm:pt modelId="{DFD8E110-92FA-43B5-A409-627C5CF89AD3}" type="parTrans" cxnId="{E12FF234-B9F9-47D4-8026-9977085EF949}">
      <dgm:prSet/>
      <dgm:spPr/>
      <dgm:t>
        <a:bodyPr/>
        <a:lstStyle/>
        <a:p>
          <a:endParaRPr lang="en-US"/>
        </a:p>
      </dgm:t>
    </dgm:pt>
    <dgm:pt modelId="{5A815D92-C50D-4250-BEE3-A22E77D65B31}" type="sibTrans" cxnId="{E12FF234-B9F9-47D4-8026-9977085EF949}">
      <dgm:prSet/>
      <dgm:spPr/>
      <dgm:t>
        <a:bodyPr/>
        <a:lstStyle/>
        <a:p>
          <a:endParaRPr lang="en-US"/>
        </a:p>
      </dgm:t>
    </dgm:pt>
    <dgm:pt modelId="{83D00025-AEE3-4EB5-AD2F-D61A31BF4268}" type="pres">
      <dgm:prSet presAssocID="{87AA3779-C34F-401F-91DC-DC358E5F62EF}" presName="linear" presStyleCnt="0">
        <dgm:presLayoutVars>
          <dgm:dir/>
          <dgm:animLvl val="lvl"/>
          <dgm:resizeHandles val="exact"/>
        </dgm:presLayoutVars>
      </dgm:prSet>
      <dgm:spPr/>
    </dgm:pt>
    <dgm:pt modelId="{8E11E59E-959A-4653-8AA9-B2EA519CBEB9}" type="pres">
      <dgm:prSet presAssocID="{282802A0-E3FD-43AD-94F6-4B64DEEDB546}" presName="parentLin" presStyleCnt="0"/>
      <dgm:spPr/>
    </dgm:pt>
    <dgm:pt modelId="{66FF1E38-992A-465E-B6A5-A245FD60EA7C}" type="pres">
      <dgm:prSet presAssocID="{282802A0-E3FD-43AD-94F6-4B64DEEDB546}" presName="parentLeftMargin" presStyleLbl="node1" presStyleIdx="0" presStyleCnt="4"/>
      <dgm:spPr/>
    </dgm:pt>
    <dgm:pt modelId="{7E13E12F-EF5C-41D9-8E44-905DF6234FAF}" type="pres">
      <dgm:prSet presAssocID="{282802A0-E3FD-43AD-94F6-4B64DEEDB5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BB81EA-3180-447A-9228-9FD36BAF67C6}" type="pres">
      <dgm:prSet presAssocID="{282802A0-E3FD-43AD-94F6-4B64DEEDB546}" presName="negativeSpace" presStyleCnt="0"/>
      <dgm:spPr/>
    </dgm:pt>
    <dgm:pt modelId="{34BB4E86-F35D-4594-8E70-6E121A9A43A0}" type="pres">
      <dgm:prSet presAssocID="{282802A0-E3FD-43AD-94F6-4B64DEEDB546}" presName="childText" presStyleLbl="conFgAcc1" presStyleIdx="0" presStyleCnt="4">
        <dgm:presLayoutVars>
          <dgm:bulletEnabled val="1"/>
        </dgm:presLayoutVars>
      </dgm:prSet>
      <dgm:spPr/>
    </dgm:pt>
    <dgm:pt modelId="{1E8E19EA-D7E2-4077-AF19-767F637E4424}" type="pres">
      <dgm:prSet presAssocID="{5C9A9D15-740D-480F-BAAE-022D7A026410}" presName="spaceBetweenRectangles" presStyleCnt="0"/>
      <dgm:spPr/>
    </dgm:pt>
    <dgm:pt modelId="{BE9595AD-43C8-4510-AEF1-93BDB5E735CB}" type="pres">
      <dgm:prSet presAssocID="{E7F0C3A7-112B-445B-B782-BD8A57E5924D}" presName="parentLin" presStyleCnt="0"/>
      <dgm:spPr/>
    </dgm:pt>
    <dgm:pt modelId="{00CC9566-9CB8-452A-9F7A-4795DD84121C}" type="pres">
      <dgm:prSet presAssocID="{E7F0C3A7-112B-445B-B782-BD8A57E5924D}" presName="parentLeftMargin" presStyleLbl="node1" presStyleIdx="0" presStyleCnt="4"/>
      <dgm:spPr/>
    </dgm:pt>
    <dgm:pt modelId="{EBCCCD7D-82A5-476E-8964-3BE7A1E0711B}" type="pres">
      <dgm:prSet presAssocID="{E7F0C3A7-112B-445B-B782-BD8A57E592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D8D2FC-16BC-4208-B29F-BDE44A7CB3B0}" type="pres">
      <dgm:prSet presAssocID="{E7F0C3A7-112B-445B-B782-BD8A57E5924D}" presName="negativeSpace" presStyleCnt="0"/>
      <dgm:spPr/>
    </dgm:pt>
    <dgm:pt modelId="{7770D6C7-42DB-4EF8-B755-2A6697E2843D}" type="pres">
      <dgm:prSet presAssocID="{E7F0C3A7-112B-445B-B782-BD8A57E5924D}" presName="childText" presStyleLbl="conFgAcc1" presStyleIdx="1" presStyleCnt="4">
        <dgm:presLayoutVars>
          <dgm:bulletEnabled val="1"/>
        </dgm:presLayoutVars>
      </dgm:prSet>
      <dgm:spPr/>
    </dgm:pt>
    <dgm:pt modelId="{9A6ABE33-6D10-4DFF-84A3-A579D308F9A7}" type="pres">
      <dgm:prSet presAssocID="{0E25E517-DDB4-4019-9127-9D8B8B175292}" presName="spaceBetweenRectangles" presStyleCnt="0"/>
      <dgm:spPr/>
    </dgm:pt>
    <dgm:pt modelId="{8EA6D264-1852-4C6D-898F-91BBBD98D9B1}" type="pres">
      <dgm:prSet presAssocID="{FB1978E4-8E7E-4CDB-AD4A-A254EA90E29F}" presName="parentLin" presStyleCnt="0"/>
      <dgm:spPr/>
    </dgm:pt>
    <dgm:pt modelId="{359CF181-F3CF-4FFD-8E26-E92E185E309F}" type="pres">
      <dgm:prSet presAssocID="{FB1978E4-8E7E-4CDB-AD4A-A254EA90E29F}" presName="parentLeftMargin" presStyleLbl="node1" presStyleIdx="1" presStyleCnt="4"/>
      <dgm:spPr/>
    </dgm:pt>
    <dgm:pt modelId="{C1ACD428-5D87-441F-9DD6-B304C827527E}" type="pres">
      <dgm:prSet presAssocID="{FB1978E4-8E7E-4CDB-AD4A-A254EA90E29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CDA2F8-2162-4271-A923-599E9D2A3098}" type="pres">
      <dgm:prSet presAssocID="{FB1978E4-8E7E-4CDB-AD4A-A254EA90E29F}" presName="negativeSpace" presStyleCnt="0"/>
      <dgm:spPr/>
    </dgm:pt>
    <dgm:pt modelId="{1DA40D14-EC49-4469-B440-3BA641F57C31}" type="pres">
      <dgm:prSet presAssocID="{FB1978E4-8E7E-4CDB-AD4A-A254EA90E29F}" presName="childText" presStyleLbl="conFgAcc1" presStyleIdx="2" presStyleCnt="4">
        <dgm:presLayoutVars>
          <dgm:bulletEnabled val="1"/>
        </dgm:presLayoutVars>
      </dgm:prSet>
      <dgm:spPr/>
    </dgm:pt>
    <dgm:pt modelId="{1DB1F417-EA0A-4D77-8D83-8D98FED05113}" type="pres">
      <dgm:prSet presAssocID="{3CA25900-F8CF-42C6-810B-7BC93873E3F2}" presName="spaceBetweenRectangles" presStyleCnt="0"/>
      <dgm:spPr/>
    </dgm:pt>
    <dgm:pt modelId="{837366B1-4E71-4DD8-A21C-A69EE84CC9E2}" type="pres">
      <dgm:prSet presAssocID="{5083F1DC-2014-4CCB-8D22-D2D650FF3593}" presName="parentLin" presStyleCnt="0"/>
      <dgm:spPr/>
    </dgm:pt>
    <dgm:pt modelId="{6F9E58CE-A054-4719-B375-D8DEA6A24DF7}" type="pres">
      <dgm:prSet presAssocID="{5083F1DC-2014-4CCB-8D22-D2D650FF3593}" presName="parentLeftMargin" presStyleLbl="node1" presStyleIdx="2" presStyleCnt="4"/>
      <dgm:spPr/>
    </dgm:pt>
    <dgm:pt modelId="{3B5BC1A1-F637-418F-8DE2-29FCBC284D41}" type="pres">
      <dgm:prSet presAssocID="{5083F1DC-2014-4CCB-8D22-D2D650FF359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D2EF560-266B-4D7A-BC35-6CF54A25623C}" type="pres">
      <dgm:prSet presAssocID="{5083F1DC-2014-4CCB-8D22-D2D650FF3593}" presName="negativeSpace" presStyleCnt="0"/>
      <dgm:spPr/>
    </dgm:pt>
    <dgm:pt modelId="{F27B7D5F-2B90-4F30-8A3E-DF56EA8A4F48}" type="pres">
      <dgm:prSet presAssocID="{5083F1DC-2014-4CCB-8D22-D2D650FF359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8EAAB04-1B09-49F2-8EFD-A0725AB6ABDC}" srcId="{87AA3779-C34F-401F-91DC-DC358E5F62EF}" destId="{E7F0C3A7-112B-445B-B782-BD8A57E5924D}" srcOrd="1" destOrd="0" parTransId="{758A4DD0-3703-4714-9C60-E12362838915}" sibTransId="{0E25E517-DDB4-4019-9127-9D8B8B175292}"/>
    <dgm:cxn modelId="{CAA52A0E-D3B9-4961-BEE4-4B4E0026B408}" srcId="{87AA3779-C34F-401F-91DC-DC358E5F62EF}" destId="{282802A0-E3FD-43AD-94F6-4B64DEEDB546}" srcOrd="0" destOrd="0" parTransId="{F2B2212C-4779-43D9-BCB8-299A88710815}" sibTransId="{5C9A9D15-740D-480F-BAAE-022D7A026410}"/>
    <dgm:cxn modelId="{2D90A10F-FADD-4412-AA57-E7CB7AB0C362}" srcId="{5083F1DC-2014-4CCB-8D22-D2D650FF3593}" destId="{DFF31CE2-D1F4-4635-BC10-5BBDDAFE0FD5}" srcOrd="1" destOrd="0" parTransId="{810AACB4-216B-4BA4-A96A-7DE54034AEDB}" sibTransId="{7445F2A5-EF03-4C2E-9CB8-FE5F39ACB0AA}"/>
    <dgm:cxn modelId="{6352CC17-E5A6-4954-89E7-9FA20D704A8E}" type="presOf" srcId="{C8014460-26B3-4867-8F36-8FB4AA7AC09F}" destId="{F27B7D5F-2B90-4F30-8A3E-DF56EA8A4F48}" srcOrd="0" destOrd="3" presId="urn:microsoft.com/office/officeart/2005/8/layout/list1"/>
    <dgm:cxn modelId="{71BE0022-F9B5-4D10-992B-49E0AC283C09}" type="presOf" srcId="{282802A0-E3FD-43AD-94F6-4B64DEEDB546}" destId="{7E13E12F-EF5C-41D9-8E44-905DF6234FAF}" srcOrd="1" destOrd="0" presId="urn:microsoft.com/office/officeart/2005/8/layout/list1"/>
    <dgm:cxn modelId="{77D97C29-A919-47AB-864D-20BECCC3834D}" type="presOf" srcId="{78CA9DF5-979A-4063-B8B3-D4D3C209115F}" destId="{F27B7D5F-2B90-4F30-8A3E-DF56EA8A4F48}" srcOrd="0" destOrd="2" presId="urn:microsoft.com/office/officeart/2005/8/layout/list1"/>
    <dgm:cxn modelId="{EF0D092F-6F67-4278-980E-7F07E6ECDC1C}" type="presOf" srcId="{DFF31CE2-D1F4-4635-BC10-5BBDDAFE0FD5}" destId="{F27B7D5F-2B90-4F30-8A3E-DF56EA8A4F48}" srcOrd="0" destOrd="1" presId="urn:microsoft.com/office/officeart/2005/8/layout/list1"/>
    <dgm:cxn modelId="{E12FF234-B9F9-47D4-8026-9977085EF949}" srcId="{5083F1DC-2014-4CCB-8D22-D2D650FF3593}" destId="{C8014460-26B3-4867-8F36-8FB4AA7AC09F}" srcOrd="3" destOrd="0" parTransId="{DFD8E110-92FA-43B5-A409-627C5CF89AD3}" sibTransId="{5A815D92-C50D-4250-BEE3-A22E77D65B31}"/>
    <dgm:cxn modelId="{1BF8763F-82FA-4CE8-9AE1-6EDB0E47E487}" srcId="{5083F1DC-2014-4CCB-8D22-D2D650FF3593}" destId="{78CA9DF5-979A-4063-B8B3-D4D3C209115F}" srcOrd="2" destOrd="0" parTransId="{6C20D2F6-1C6D-4EAC-8D9D-4EB749523255}" sibTransId="{B28DF545-A3E8-419A-B7D6-B2604B94B734}"/>
    <dgm:cxn modelId="{A2F9935B-D426-469E-9FFD-02EC5A2A4668}" type="presOf" srcId="{FB7CD218-A55C-4F76-8483-9C6E031F0577}" destId="{F27B7D5F-2B90-4F30-8A3E-DF56EA8A4F48}" srcOrd="0" destOrd="0" presId="urn:microsoft.com/office/officeart/2005/8/layout/list1"/>
    <dgm:cxn modelId="{2972E067-E30E-435C-9463-31A6B05FA9E5}" type="presOf" srcId="{87AA3779-C34F-401F-91DC-DC358E5F62EF}" destId="{83D00025-AEE3-4EB5-AD2F-D61A31BF4268}" srcOrd="0" destOrd="0" presId="urn:microsoft.com/office/officeart/2005/8/layout/list1"/>
    <dgm:cxn modelId="{784A036B-0A93-4FB8-ADC8-0079EC41BDD8}" srcId="{87AA3779-C34F-401F-91DC-DC358E5F62EF}" destId="{FB1978E4-8E7E-4CDB-AD4A-A254EA90E29F}" srcOrd="2" destOrd="0" parTransId="{96402937-4ECB-475A-BF34-5DD957220098}" sibTransId="{3CA25900-F8CF-42C6-810B-7BC93873E3F2}"/>
    <dgm:cxn modelId="{651CC36C-CADB-4B9D-B6A7-7142ABFBF227}" srcId="{5083F1DC-2014-4CCB-8D22-D2D650FF3593}" destId="{FB7CD218-A55C-4F76-8483-9C6E031F0577}" srcOrd="0" destOrd="0" parTransId="{63F9C5F5-45EF-44F0-A7E3-A004C6B9DDE9}" sibTransId="{6DBDEE90-4E28-4DFA-B828-E055BF1E63B2}"/>
    <dgm:cxn modelId="{3B46DD6C-9A48-4F69-B611-66FCBB5B2CD4}" srcId="{87AA3779-C34F-401F-91DC-DC358E5F62EF}" destId="{5083F1DC-2014-4CCB-8D22-D2D650FF3593}" srcOrd="3" destOrd="0" parTransId="{5D88A725-82F4-47CE-900A-D18AF81E49ED}" sibTransId="{83E7624F-E02A-476C-A89B-2D6525029C21}"/>
    <dgm:cxn modelId="{BA45BD56-C0E2-45D3-A3FB-C8152FB7D0A0}" type="presOf" srcId="{282802A0-E3FD-43AD-94F6-4B64DEEDB546}" destId="{66FF1E38-992A-465E-B6A5-A245FD60EA7C}" srcOrd="0" destOrd="0" presId="urn:microsoft.com/office/officeart/2005/8/layout/list1"/>
    <dgm:cxn modelId="{8A203881-46E8-4885-8E01-57EA13D73854}" type="presOf" srcId="{5083F1DC-2014-4CCB-8D22-D2D650FF3593}" destId="{6F9E58CE-A054-4719-B375-D8DEA6A24DF7}" srcOrd="0" destOrd="0" presId="urn:microsoft.com/office/officeart/2005/8/layout/list1"/>
    <dgm:cxn modelId="{C5AC2890-7E98-4FEF-9923-3B29E415B748}" type="presOf" srcId="{FB1978E4-8E7E-4CDB-AD4A-A254EA90E29F}" destId="{C1ACD428-5D87-441F-9DD6-B304C827527E}" srcOrd="1" destOrd="0" presId="urn:microsoft.com/office/officeart/2005/8/layout/list1"/>
    <dgm:cxn modelId="{5B7205B5-10F1-47E5-BE32-2B05615D7AC4}" type="presOf" srcId="{FB1978E4-8E7E-4CDB-AD4A-A254EA90E29F}" destId="{359CF181-F3CF-4FFD-8E26-E92E185E309F}" srcOrd="0" destOrd="0" presId="urn:microsoft.com/office/officeart/2005/8/layout/list1"/>
    <dgm:cxn modelId="{C02764D5-8752-42EA-AE99-CCD43732F981}" type="presOf" srcId="{5083F1DC-2014-4CCB-8D22-D2D650FF3593}" destId="{3B5BC1A1-F637-418F-8DE2-29FCBC284D41}" srcOrd="1" destOrd="0" presId="urn:microsoft.com/office/officeart/2005/8/layout/list1"/>
    <dgm:cxn modelId="{F5969DD7-8734-47B6-920B-AC7C65B3E688}" type="presOf" srcId="{E7F0C3A7-112B-445B-B782-BD8A57E5924D}" destId="{00CC9566-9CB8-452A-9F7A-4795DD84121C}" srcOrd="0" destOrd="0" presId="urn:microsoft.com/office/officeart/2005/8/layout/list1"/>
    <dgm:cxn modelId="{0A6393F7-D066-48F8-851E-76E4D709E305}" type="presOf" srcId="{E7F0C3A7-112B-445B-B782-BD8A57E5924D}" destId="{EBCCCD7D-82A5-476E-8964-3BE7A1E0711B}" srcOrd="1" destOrd="0" presId="urn:microsoft.com/office/officeart/2005/8/layout/list1"/>
    <dgm:cxn modelId="{8123DEE5-98E2-4DF6-99F6-A2DC9FCDA7B9}" type="presParOf" srcId="{83D00025-AEE3-4EB5-AD2F-D61A31BF4268}" destId="{8E11E59E-959A-4653-8AA9-B2EA519CBEB9}" srcOrd="0" destOrd="0" presId="urn:microsoft.com/office/officeart/2005/8/layout/list1"/>
    <dgm:cxn modelId="{6F690F7E-2B89-4799-9E69-0891FCF5D049}" type="presParOf" srcId="{8E11E59E-959A-4653-8AA9-B2EA519CBEB9}" destId="{66FF1E38-992A-465E-B6A5-A245FD60EA7C}" srcOrd="0" destOrd="0" presId="urn:microsoft.com/office/officeart/2005/8/layout/list1"/>
    <dgm:cxn modelId="{1497D24B-FF70-4467-9669-B78704D99C03}" type="presParOf" srcId="{8E11E59E-959A-4653-8AA9-B2EA519CBEB9}" destId="{7E13E12F-EF5C-41D9-8E44-905DF6234FAF}" srcOrd="1" destOrd="0" presId="urn:microsoft.com/office/officeart/2005/8/layout/list1"/>
    <dgm:cxn modelId="{1806637F-995A-4F08-922C-FF78C06CCEA2}" type="presParOf" srcId="{83D00025-AEE3-4EB5-AD2F-D61A31BF4268}" destId="{3EBB81EA-3180-447A-9228-9FD36BAF67C6}" srcOrd="1" destOrd="0" presId="urn:microsoft.com/office/officeart/2005/8/layout/list1"/>
    <dgm:cxn modelId="{7A370BEB-C42A-4306-8E7A-E1755C6EF862}" type="presParOf" srcId="{83D00025-AEE3-4EB5-AD2F-D61A31BF4268}" destId="{34BB4E86-F35D-4594-8E70-6E121A9A43A0}" srcOrd="2" destOrd="0" presId="urn:microsoft.com/office/officeart/2005/8/layout/list1"/>
    <dgm:cxn modelId="{BC5E3A23-7234-4DC8-8376-18D20259F98F}" type="presParOf" srcId="{83D00025-AEE3-4EB5-AD2F-D61A31BF4268}" destId="{1E8E19EA-D7E2-4077-AF19-767F637E4424}" srcOrd="3" destOrd="0" presId="urn:microsoft.com/office/officeart/2005/8/layout/list1"/>
    <dgm:cxn modelId="{B1B11098-3C26-4612-9C4F-2D1F60BD2793}" type="presParOf" srcId="{83D00025-AEE3-4EB5-AD2F-D61A31BF4268}" destId="{BE9595AD-43C8-4510-AEF1-93BDB5E735CB}" srcOrd="4" destOrd="0" presId="urn:microsoft.com/office/officeart/2005/8/layout/list1"/>
    <dgm:cxn modelId="{3B0226F2-CD1A-4888-8AC2-98ADF1308FE0}" type="presParOf" srcId="{BE9595AD-43C8-4510-AEF1-93BDB5E735CB}" destId="{00CC9566-9CB8-452A-9F7A-4795DD84121C}" srcOrd="0" destOrd="0" presId="urn:microsoft.com/office/officeart/2005/8/layout/list1"/>
    <dgm:cxn modelId="{04C1550C-8307-4707-8479-2C0E630BAA43}" type="presParOf" srcId="{BE9595AD-43C8-4510-AEF1-93BDB5E735CB}" destId="{EBCCCD7D-82A5-476E-8964-3BE7A1E0711B}" srcOrd="1" destOrd="0" presId="urn:microsoft.com/office/officeart/2005/8/layout/list1"/>
    <dgm:cxn modelId="{E4F3403D-7BAC-4123-AA64-753CD0A5974C}" type="presParOf" srcId="{83D00025-AEE3-4EB5-AD2F-D61A31BF4268}" destId="{15D8D2FC-16BC-4208-B29F-BDE44A7CB3B0}" srcOrd="5" destOrd="0" presId="urn:microsoft.com/office/officeart/2005/8/layout/list1"/>
    <dgm:cxn modelId="{FF25E46A-E15F-4F9B-A176-256F8A4FA3DE}" type="presParOf" srcId="{83D00025-AEE3-4EB5-AD2F-D61A31BF4268}" destId="{7770D6C7-42DB-4EF8-B755-2A6697E2843D}" srcOrd="6" destOrd="0" presId="urn:microsoft.com/office/officeart/2005/8/layout/list1"/>
    <dgm:cxn modelId="{030E10C0-54DF-44ED-A3F6-9A21F7D929A0}" type="presParOf" srcId="{83D00025-AEE3-4EB5-AD2F-D61A31BF4268}" destId="{9A6ABE33-6D10-4DFF-84A3-A579D308F9A7}" srcOrd="7" destOrd="0" presId="urn:microsoft.com/office/officeart/2005/8/layout/list1"/>
    <dgm:cxn modelId="{EB95A843-9832-4E3E-85D8-71A54D54CA2F}" type="presParOf" srcId="{83D00025-AEE3-4EB5-AD2F-D61A31BF4268}" destId="{8EA6D264-1852-4C6D-898F-91BBBD98D9B1}" srcOrd="8" destOrd="0" presId="urn:microsoft.com/office/officeart/2005/8/layout/list1"/>
    <dgm:cxn modelId="{38DDC3EF-7BE4-4993-9854-620E5C3F0DF1}" type="presParOf" srcId="{8EA6D264-1852-4C6D-898F-91BBBD98D9B1}" destId="{359CF181-F3CF-4FFD-8E26-E92E185E309F}" srcOrd="0" destOrd="0" presId="urn:microsoft.com/office/officeart/2005/8/layout/list1"/>
    <dgm:cxn modelId="{6C7D3F0B-2951-4A49-939E-38A4866A0ED3}" type="presParOf" srcId="{8EA6D264-1852-4C6D-898F-91BBBD98D9B1}" destId="{C1ACD428-5D87-441F-9DD6-B304C827527E}" srcOrd="1" destOrd="0" presId="urn:microsoft.com/office/officeart/2005/8/layout/list1"/>
    <dgm:cxn modelId="{324922AE-B009-40CD-8097-5311E2EEB7B4}" type="presParOf" srcId="{83D00025-AEE3-4EB5-AD2F-D61A31BF4268}" destId="{4ECDA2F8-2162-4271-A923-599E9D2A3098}" srcOrd="9" destOrd="0" presId="urn:microsoft.com/office/officeart/2005/8/layout/list1"/>
    <dgm:cxn modelId="{4B3CF3D5-C962-46A7-88E9-64BC8391FCC1}" type="presParOf" srcId="{83D00025-AEE3-4EB5-AD2F-D61A31BF4268}" destId="{1DA40D14-EC49-4469-B440-3BA641F57C31}" srcOrd="10" destOrd="0" presId="urn:microsoft.com/office/officeart/2005/8/layout/list1"/>
    <dgm:cxn modelId="{A12F5D60-97C6-412D-96DD-73D3BCBF8CB1}" type="presParOf" srcId="{83D00025-AEE3-4EB5-AD2F-D61A31BF4268}" destId="{1DB1F417-EA0A-4D77-8D83-8D98FED05113}" srcOrd="11" destOrd="0" presId="urn:microsoft.com/office/officeart/2005/8/layout/list1"/>
    <dgm:cxn modelId="{8BD31E4A-CDD6-43EE-A1F2-21BAC16FF48F}" type="presParOf" srcId="{83D00025-AEE3-4EB5-AD2F-D61A31BF4268}" destId="{837366B1-4E71-4DD8-A21C-A69EE84CC9E2}" srcOrd="12" destOrd="0" presId="urn:microsoft.com/office/officeart/2005/8/layout/list1"/>
    <dgm:cxn modelId="{F9FFE5F7-6C35-4108-944A-FDAD88DCB24A}" type="presParOf" srcId="{837366B1-4E71-4DD8-A21C-A69EE84CC9E2}" destId="{6F9E58CE-A054-4719-B375-D8DEA6A24DF7}" srcOrd="0" destOrd="0" presId="urn:microsoft.com/office/officeart/2005/8/layout/list1"/>
    <dgm:cxn modelId="{37288358-3D69-4FD0-8A7E-B55F5853C813}" type="presParOf" srcId="{837366B1-4E71-4DD8-A21C-A69EE84CC9E2}" destId="{3B5BC1A1-F637-418F-8DE2-29FCBC284D41}" srcOrd="1" destOrd="0" presId="urn:microsoft.com/office/officeart/2005/8/layout/list1"/>
    <dgm:cxn modelId="{F8121A89-EFA6-4375-8C00-8F88A5C066CE}" type="presParOf" srcId="{83D00025-AEE3-4EB5-AD2F-D61A31BF4268}" destId="{BD2EF560-266B-4D7A-BC35-6CF54A25623C}" srcOrd="13" destOrd="0" presId="urn:microsoft.com/office/officeart/2005/8/layout/list1"/>
    <dgm:cxn modelId="{01D9991F-B77A-41BD-9E93-CCE98DE3F405}" type="presParOf" srcId="{83D00025-AEE3-4EB5-AD2F-D61A31BF4268}" destId="{F27B7D5F-2B90-4F30-8A3E-DF56EA8A4F4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05C187-BB62-4343-9FC7-061F3ED60B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88068B-74A5-4A17-95EC-871E70B5F769}">
      <dgm:prSet/>
      <dgm:spPr/>
      <dgm:t>
        <a:bodyPr/>
        <a:lstStyle/>
        <a:p>
          <a:r>
            <a:rPr lang="en-IN" b="0" i="0"/>
            <a:t>OpenTelemetry.Exporter.Console: To output traces to the console during development. </a:t>
          </a:r>
          <a:endParaRPr lang="en-US"/>
        </a:p>
      </dgm:t>
    </dgm:pt>
    <dgm:pt modelId="{E2DAC8BA-F77F-40A2-B88D-C2C067BB5EB8}" type="parTrans" cxnId="{C2A28804-75B3-4978-9766-1C0186CFA713}">
      <dgm:prSet/>
      <dgm:spPr/>
      <dgm:t>
        <a:bodyPr/>
        <a:lstStyle/>
        <a:p>
          <a:endParaRPr lang="en-US"/>
        </a:p>
      </dgm:t>
    </dgm:pt>
    <dgm:pt modelId="{CBBECC69-9559-4CC5-BD7A-3D4099A31E08}" type="sibTrans" cxnId="{C2A28804-75B3-4978-9766-1C0186CFA713}">
      <dgm:prSet/>
      <dgm:spPr/>
      <dgm:t>
        <a:bodyPr/>
        <a:lstStyle/>
        <a:p>
          <a:endParaRPr lang="en-US"/>
        </a:p>
      </dgm:t>
    </dgm:pt>
    <dgm:pt modelId="{7B4DE788-54FB-4BEB-A7B9-B6EA8DAFC502}">
      <dgm:prSet/>
      <dgm:spPr/>
      <dgm:t>
        <a:bodyPr/>
        <a:lstStyle/>
        <a:p>
          <a:r>
            <a:rPr lang="en-IN" b="0" i="0" dirty="0" err="1"/>
            <a:t>OpenTelemetry.Exporter.OpenTelemetryProtocol</a:t>
          </a:r>
          <a:r>
            <a:rPr lang="en-IN" b="0" i="0" dirty="0"/>
            <a:t>: To export our traces to our </a:t>
          </a:r>
          <a:r>
            <a:rPr lang="en-IN" b="0" i="0" dirty="0" err="1"/>
            <a:t>OpenTelemetry</a:t>
          </a:r>
          <a:r>
            <a:rPr lang="en-IN" b="0" i="0" dirty="0"/>
            <a:t> Collector using </a:t>
          </a:r>
          <a:r>
            <a:rPr lang="en-IN" b="0" i="0" u="sng" dirty="0" err="1">
              <a:hlinkClick xmlns:r="http://schemas.openxmlformats.org/officeDocument/2006/relationships" r:id="rId1"/>
            </a:rPr>
            <a:t>OpenTelemetry</a:t>
          </a:r>
          <a:r>
            <a:rPr lang="en-IN" b="0" i="0" u="sng" dirty="0">
              <a:hlinkClick xmlns:r="http://schemas.openxmlformats.org/officeDocument/2006/relationships" r:id="rId1"/>
            </a:rPr>
            <a:t> Protocol (OTLP)</a:t>
          </a:r>
          <a:r>
            <a:rPr lang="en-IN" b="0" i="0" dirty="0"/>
            <a:t>.</a:t>
          </a:r>
          <a:endParaRPr lang="en-US" dirty="0"/>
        </a:p>
      </dgm:t>
    </dgm:pt>
    <dgm:pt modelId="{DBD78D0C-5CEE-4E9C-9A47-448202389B87}" type="parTrans" cxnId="{F0B01E0C-2AF4-48F8-A34E-ECD7B34CA686}">
      <dgm:prSet/>
      <dgm:spPr/>
      <dgm:t>
        <a:bodyPr/>
        <a:lstStyle/>
        <a:p>
          <a:endParaRPr lang="en-US"/>
        </a:p>
      </dgm:t>
    </dgm:pt>
    <dgm:pt modelId="{5F957169-884C-4DE6-B423-0BBC350212CC}" type="sibTrans" cxnId="{F0B01E0C-2AF4-48F8-A34E-ECD7B34CA686}">
      <dgm:prSet/>
      <dgm:spPr/>
      <dgm:t>
        <a:bodyPr/>
        <a:lstStyle/>
        <a:p>
          <a:endParaRPr lang="en-US"/>
        </a:p>
      </dgm:t>
    </dgm:pt>
    <dgm:pt modelId="{0BD85FE0-1E29-480E-B0DB-0A779B19826D}">
      <dgm:prSet/>
      <dgm:spPr/>
      <dgm:t>
        <a:bodyPr/>
        <a:lstStyle/>
        <a:p>
          <a:r>
            <a:rPr lang="en-IN" b="0" i="0"/>
            <a:t>OpenTelemetry.Extensions.Hosting: To register the .NET OpenTelemetry provider.</a:t>
          </a:r>
          <a:endParaRPr lang="en-US"/>
        </a:p>
      </dgm:t>
    </dgm:pt>
    <dgm:pt modelId="{EAD66B5C-63C9-4FA4-BFB2-45939CC6C4BB}" type="parTrans" cxnId="{23AB3267-8904-49A7-9799-F7F8F8D75993}">
      <dgm:prSet/>
      <dgm:spPr/>
      <dgm:t>
        <a:bodyPr/>
        <a:lstStyle/>
        <a:p>
          <a:endParaRPr lang="en-US"/>
        </a:p>
      </dgm:t>
    </dgm:pt>
    <dgm:pt modelId="{B43C755F-CAEF-4652-AA67-15B14F867F15}" type="sibTrans" cxnId="{23AB3267-8904-49A7-9799-F7F8F8D75993}">
      <dgm:prSet/>
      <dgm:spPr/>
      <dgm:t>
        <a:bodyPr/>
        <a:lstStyle/>
        <a:p>
          <a:endParaRPr lang="en-US"/>
        </a:p>
      </dgm:t>
    </dgm:pt>
    <dgm:pt modelId="{4BFB314F-1B6A-4BE4-A771-739042A1A171}">
      <dgm:prSet/>
      <dgm:spPr/>
      <dgm:t>
        <a:bodyPr/>
        <a:lstStyle/>
        <a:p>
          <a:r>
            <a:rPr lang="en-IN" b="0" i="0"/>
            <a:t>OpenTelemetry.Instrumentation.AspNetCore: To collect telemetry about incoming web requests.</a:t>
          </a:r>
          <a:endParaRPr lang="en-US"/>
        </a:p>
      </dgm:t>
    </dgm:pt>
    <dgm:pt modelId="{324481D9-8510-437B-A693-EBB1D2769FD3}" type="parTrans" cxnId="{9A6FF605-5F35-43B2-98E4-BBF62C6728D7}">
      <dgm:prSet/>
      <dgm:spPr/>
      <dgm:t>
        <a:bodyPr/>
        <a:lstStyle/>
        <a:p>
          <a:endParaRPr lang="en-US"/>
        </a:p>
      </dgm:t>
    </dgm:pt>
    <dgm:pt modelId="{779D7F19-F830-47D2-AD1C-F6E9C460D867}" type="sibTrans" cxnId="{9A6FF605-5F35-43B2-98E4-BBF62C6728D7}">
      <dgm:prSet/>
      <dgm:spPr/>
      <dgm:t>
        <a:bodyPr/>
        <a:lstStyle/>
        <a:p>
          <a:endParaRPr lang="en-US"/>
        </a:p>
      </dgm:t>
    </dgm:pt>
    <dgm:pt modelId="{240BDCFC-1C9E-4FFE-A629-ACFDD1E97539}">
      <dgm:prSet/>
      <dgm:spPr/>
      <dgm:t>
        <a:bodyPr/>
        <a:lstStyle/>
        <a:p>
          <a:r>
            <a:rPr lang="en-IN" b="0" i="0"/>
            <a:t>OpenTelemetry.Instrumentation.Http: To collect telemetry about outgoing web requests.</a:t>
          </a:r>
          <a:endParaRPr lang="en-US"/>
        </a:p>
      </dgm:t>
    </dgm:pt>
    <dgm:pt modelId="{BA352D5C-9629-4B62-A805-1934A7EB85CC}" type="parTrans" cxnId="{98E89B41-2D0E-4C1E-8073-B91179F5FC46}">
      <dgm:prSet/>
      <dgm:spPr/>
      <dgm:t>
        <a:bodyPr/>
        <a:lstStyle/>
        <a:p>
          <a:endParaRPr lang="en-US"/>
        </a:p>
      </dgm:t>
    </dgm:pt>
    <dgm:pt modelId="{DD37991A-4CED-463A-82A3-6A1CA119F5DC}" type="sibTrans" cxnId="{98E89B41-2D0E-4C1E-8073-B91179F5FC46}">
      <dgm:prSet/>
      <dgm:spPr/>
      <dgm:t>
        <a:bodyPr/>
        <a:lstStyle/>
        <a:p>
          <a:endParaRPr lang="en-US"/>
        </a:p>
      </dgm:t>
    </dgm:pt>
    <dgm:pt modelId="{64E69C5C-C609-42E3-8B93-53138D3793BB}" type="pres">
      <dgm:prSet presAssocID="{D205C187-BB62-4343-9FC7-061F3ED60BA8}" presName="linear" presStyleCnt="0">
        <dgm:presLayoutVars>
          <dgm:animLvl val="lvl"/>
          <dgm:resizeHandles val="exact"/>
        </dgm:presLayoutVars>
      </dgm:prSet>
      <dgm:spPr/>
    </dgm:pt>
    <dgm:pt modelId="{6729A371-8A74-476A-BF84-FDE065F36BCA}" type="pres">
      <dgm:prSet presAssocID="{7588068B-74A5-4A17-95EC-871E70B5F7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BC8B775-3E08-49D9-B185-ECFEECFE40A4}" type="pres">
      <dgm:prSet presAssocID="{CBBECC69-9559-4CC5-BD7A-3D4099A31E08}" presName="spacer" presStyleCnt="0"/>
      <dgm:spPr/>
    </dgm:pt>
    <dgm:pt modelId="{BEB69BD9-C2B2-4D44-90B2-C6E86056383A}" type="pres">
      <dgm:prSet presAssocID="{7B4DE788-54FB-4BEB-A7B9-B6EA8DAFC50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E5DC0C5-8866-4665-9C56-4522C1C9E9CC}" type="pres">
      <dgm:prSet presAssocID="{5F957169-884C-4DE6-B423-0BBC350212CC}" presName="spacer" presStyleCnt="0"/>
      <dgm:spPr/>
    </dgm:pt>
    <dgm:pt modelId="{EA1890F9-4AD7-47FD-821E-F9011F1A68D8}" type="pres">
      <dgm:prSet presAssocID="{0BD85FE0-1E29-480E-B0DB-0A779B19826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28448D1-B9F8-4009-947B-F3FC5E073A4B}" type="pres">
      <dgm:prSet presAssocID="{B43C755F-CAEF-4652-AA67-15B14F867F15}" presName="spacer" presStyleCnt="0"/>
      <dgm:spPr/>
    </dgm:pt>
    <dgm:pt modelId="{485BC54A-D4D9-4C62-9442-E9371CBD9E9F}" type="pres">
      <dgm:prSet presAssocID="{4BFB314F-1B6A-4BE4-A771-739042A1A17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A45185C-57D4-459D-AC28-447ABA3818E0}" type="pres">
      <dgm:prSet presAssocID="{779D7F19-F830-47D2-AD1C-F6E9C460D867}" presName="spacer" presStyleCnt="0"/>
      <dgm:spPr/>
    </dgm:pt>
    <dgm:pt modelId="{EE303722-F347-46BB-9F23-0723ED38A644}" type="pres">
      <dgm:prSet presAssocID="{240BDCFC-1C9E-4FFE-A629-ACFDD1E975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2A28804-75B3-4978-9766-1C0186CFA713}" srcId="{D205C187-BB62-4343-9FC7-061F3ED60BA8}" destId="{7588068B-74A5-4A17-95EC-871E70B5F769}" srcOrd="0" destOrd="0" parTransId="{E2DAC8BA-F77F-40A2-B88D-C2C067BB5EB8}" sibTransId="{CBBECC69-9559-4CC5-BD7A-3D4099A31E08}"/>
    <dgm:cxn modelId="{9A6FF605-5F35-43B2-98E4-BBF62C6728D7}" srcId="{D205C187-BB62-4343-9FC7-061F3ED60BA8}" destId="{4BFB314F-1B6A-4BE4-A771-739042A1A171}" srcOrd="3" destOrd="0" parTransId="{324481D9-8510-437B-A693-EBB1D2769FD3}" sibTransId="{779D7F19-F830-47D2-AD1C-F6E9C460D867}"/>
    <dgm:cxn modelId="{F0B01E0C-2AF4-48F8-A34E-ECD7B34CA686}" srcId="{D205C187-BB62-4343-9FC7-061F3ED60BA8}" destId="{7B4DE788-54FB-4BEB-A7B9-B6EA8DAFC502}" srcOrd="1" destOrd="0" parTransId="{DBD78D0C-5CEE-4E9C-9A47-448202389B87}" sibTransId="{5F957169-884C-4DE6-B423-0BBC350212CC}"/>
    <dgm:cxn modelId="{4BDBE81D-9D17-42F8-B842-6271D290300C}" type="presOf" srcId="{4BFB314F-1B6A-4BE4-A771-739042A1A171}" destId="{485BC54A-D4D9-4C62-9442-E9371CBD9E9F}" srcOrd="0" destOrd="0" presId="urn:microsoft.com/office/officeart/2005/8/layout/vList2"/>
    <dgm:cxn modelId="{C96D3C3A-1AE8-4A1E-B502-55BA8AA4ED8F}" type="presOf" srcId="{7B4DE788-54FB-4BEB-A7B9-B6EA8DAFC502}" destId="{BEB69BD9-C2B2-4D44-90B2-C6E86056383A}" srcOrd="0" destOrd="0" presId="urn:microsoft.com/office/officeart/2005/8/layout/vList2"/>
    <dgm:cxn modelId="{98E89B41-2D0E-4C1E-8073-B91179F5FC46}" srcId="{D205C187-BB62-4343-9FC7-061F3ED60BA8}" destId="{240BDCFC-1C9E-4FFE-A629-ACFDD1E97539}" srcOrd="4" destOrd="0" parTransId="{BA352D5C-9629-4B62-A805-1934A7EB85CC}" sibTransId="{DD37991A-4CED-463A-82A3-6A1CA119F5DC}"/>
    <dgm:cxn modelId="{8D54A543-1ADE-42E3-963A-A86A28AF5DB6}" type="presOf" srcId="{D205C187-BB62-4343-9FC7-061F3ED60BA8}" destId="{64E69C5C-C609-42E3-8B93-53138D3793BB}" srcOrd="0" destOrd="0" presId="urn:microsoft.com/office/officeart/2005/8/layout/vList2"/>
    <dgm:cxn modelId="{E18EA866-76BE-42B3-B7BE-27A086BF1DDF}" type="presOf" srcId="{240BDCFC-1C9E-4FFE-A629-ACFDD1E97539}" destId="{EE303722-F347-46BB-9F23-0723ED38A644}" srcOrd="0" destOrd="0" presId="urn:microsoft.com/office/officeart/2005/8/layout/vList2"/>
    <dgm:cxn modelId="{23AB3267-8904-49A7-9799-F7F8F8D75993}" srcId="{D205C187-BB62-4343-9FC7-061F3ED60BA8}" destId="{0BD85FE0-1E29-480E-B0DB-0A779B19826D}" srcOrd="2" destOrd="0" parTransId="{EAD66B5C-63C9-4FA4-BFB2-45939CC6C4BB}" sibTransId="{B43C755F-CAEF-4652-AA67-15B14F867F15}"/>
    <dgm:cxn modelId="{DDAE604A-43A3-4078-80CF-BD64D9148862}" type="presOf" srcId="{7588068B-74A5-4A17-95EC-871E70B5F769}" destId="{6729A371-8A74-476A-BF84-FDE065F36BCA}" srcOrd="0" destOrd="0" presId="urn:microsoft.com/office/officeart/2005/8/layout/vList2"/>
    <dgm:cxn modelId="{492C7875-3248-40A9-B75E-F5EDFDBE90F4}" type="presOf" srcId="{0BD85FE0-1E29-480E-B0DB-0A779B19826D}" destId="{EA1890F9-4AD7-47FD-821E-F9011F1A68D8}" srcOrd="0" destOrd="0" presId="urn:microsoft.com/office/officeart/2005/8/layout/vList2"/>
    <dgm:cxn modelId="{ACD5AED0-53D9-4765-8A75-E7F4044DB1AA}" type="presParOf" srcId="{64E69C5C-C609-42E3-8B93-53138D3793BB}" destId="{6729A371-8A74-476A-BF84-FDE065F36BCA}" srcOrd="0" destOrd="0" presId="urn:microsoft.com/office/officeart/2005/8/layout/vList2"/>
    <dgm:cxn modelId="{734637BC-B2AA-4190-932C-B4BA0BF269B5}" type="presParOf" srcId="{64E69C5C-C609-42E3-8B93-53138D3793BB}" destId="{5BC8B775-3E08-49D9-B185-ECFEECFE40A4}" srcOrd="1" destOrd="0" presId="urn:microsoft.com/office/officeart/2005/8/layout/vList2"/>
    <dgm:cxn modelId="{B39912B7-E944-46D3-AF8A-E335E2426253}" type="presParOf" srcId="{64E69C5C-C609-42E3-8B93-53138D3793BB}" destId="{BEB69BD9-C2B2-4D44-90B2-C6E86056383A}" srcOrd="2" destOrd="0" presId="urn:microsoft.com/office/officeart/2005/8/layout/vList2"/>
    <dgm:cxn modelId="{102681FA-6D67-4DC8-8BF6-8955BE9E7FEB}" type="presParOf" srcId="{64E69C5C-C609-42E3-8B93-53138D3793BB}" destId="{BE5DC0C5-8866-4665-9C56-4522C1C9E9CC}" srcOrd="3" destOrd="0" presId="urn:microsoft.com/office/officeart/2005/8/layout/vList2"/>
    <dgm:cxn modelId="{08B5F9CE-F1C7-4D01-B93A-409AD070D54C}" type="presParOf" srcId="{64E69C5C-C609-42E3-8B93-53138D3793BB}" destId="{EA1890F9-4AD7-47FD-821E-F9011F1A68D8}" srcOrd="4" destOrd="0" presId="urn:microsoft.com/office/officeart/2005/8/layout/vList2"/>
    <dgm:cxn modelId="{B4C97354-7F19-4855-92BE-B6576E6F154A}" type="presParOf" srcId="{64E69C5C-C609-42E3-8B93-53138D3793BB}" destId="{228448D1-B9F8-4009-947B-F3FC5E073A4B}" srcOrd="5" destOrd="0" presId="urn:microsoft.com/office/officeart/2005/8/layout/vList2"/>
    <dgm:cxn modelId="{F75DC653-248C-4578-8B13-308A4515B1FB}" type="presParOf" srcId="{64E69C5C-C609-42E3-8B93-53138D3793BB}" destId="{485BC54A-D4D9-4C62-9442-E9371CBD9E9F}" srcOrd="6" destOrd="0" presId="urn:microsoft.com/office/officeart/2005/8/layout/vList2"/>
    <dgm:cxn modelId="{D923F737-B061-4F57-BE5F-7A04C4187497}" type="presParOf" srcId="{64E69C5C-C609-42E3-8B93-53138D3793BB}" destId="{7A45185C-57D4-459D-AC28-447ABA3818E0}" srcOrd="7" destOrd="0" presId="urn:microsoft.com/office/officeart/2005/8/layout/vList2"/>
    <dgm:cxn modelId="{B031CD5D-C8F3-4279-9C53-23FB389514BB}" type="presParOf" srcId="{64E69C5C-C609-42E3-8B93-53138D3793BB}" destId="{EE303722-F347-46BB-9F23-0723ED38A64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CD1830-5F60-4F5A-B53B-97DC34FFC8D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7DCA8B4-FD18-46F7-AE58-19D0216AD89C}">
      <dgm:prSet/>
      <dgm:spPr/>
      <dgm:t>
        <a:bodyPr/>
        <a:lstStyle/>
        <a:p>
          <a:r>
            <a:rPr lang="en-US"/>
            <a:t>1. What is opentelemetry? why we are using it , though we have Serilog?</a:t>
          </a:r>
        </a:p>
      </dgm:t>
    </dgm:pt>
    <dgm:pt modelId="{4B5DE8E5-D0F2-4109-820E-ACE2209F000E}" type="parTrans" cxnId="{022D86DB-D34B-4ACE-87E6-93FA25A1A068}">
      <dgm:prSet/>
      <dgm:spPr/>
      <dgm:t>
        <a:bodyPr/>
        <a:lstStyle/>
        <a:p>
          <a:endParaRPr lang="en-US"/>
        </a:p>
      </dgm:t>
    </dgm:pt>
    <dgm:pt modelId="{D1D2640D-C978-45E0-8465-44F12856B8BF}" type="sibTrans" cxnId="{022D86DB-D34B-4ACE-87E6-93FA25A1A068}">
      <dgm:prSet/>
      <dgm:spPr/>
      <dgm:t>
        <a:bodyPr/>
        <a:lstStyle/>
        <a:p>
          <a:endParaRPr lang="en-US"/>
        </a:p>
      </dgm:t>
    </dgm:pt>
    <dgm:pt modelId="{3D9BAE51-01D8-4F94-9081-9CC90AC9D31C}">
      <dgm:prSet/>
      <dgm:spPr/>
      <dgm:t>
        <a:bodyPr/>
        <a:lstStyle/>
        <a:p>
          <a:r>
            <a:rPr lang="en-US"/>
            <a:t>2. why we are using both serilog and opentelemetry both together?</a:t>
          </a:r>
        </a:p>
      </dgm:t>
    </dgm:pt>
    <dgm:pt modelId="{0FAD13D4-957A-4CDD-A6CE-CBC008F44F99}" type="parTrans" cxnId="{67D2490B-0B33-45C8-BFD7-94C8646AE6AE}">
      <dgm:prSet/>
      <dgm:spPr/>
      <dgm:t>
        <a:bodyPr/>
        <a:lstStyle/>
        <a:p>
          <a:endParaRPr lang="en-US"/>
        </a:p>
      </dgm:t>
    </dgm:pt>
    <dgm:pt modelId="{6FCCF589-E85B-44A8-BABA-77365A8D6252}" type="sibTrans" cxnId="{67D2490B-0B33-45C8-BFD7-94C8646AE6AE}">
      <dgm:prSet/>
      <dgm:spPr/>
      <dgm:t>
        <a:bodyPr/>
        <a:lstStyle/>
        <a:p>
          <a:endParaRPr lang="en-US"/>
        </a:p>
      </dgm:t>
    </dgm:pt>
    <dgm:pt modelId="{0EE5B8DF-6AB6-4C58-B078-719DDDF32D6F}">
      <dgm:prSet/>
      <dgm:spPr/>
      <dgm:t>
        <a:bodyPr/>
        <a:lstStyle/>
        <a:p>
          <a:r>
            <a:rPr lang="en-US"/>
            <a:t>3. what changes are required to make it work in openshift?</a:t>
          </a:r>
        </a:p>
      </dgm:t>
    </dgm:pt>
    <dgm:pt modelId="{8508F0EE-E729-4C2D-8BD8-A68091B0C97B}" type="parTrans" cxnId="{B0113E2D-1933-495C-87D5-33E5527A91C5}">
      <dgm:prSet/>
      <dgm:spPr/>
      <dgm:t>
        <a:bodyPr/>
        <a:lstStyle/>
        <a:p>
          <a:endParaRPr lang="en-US"/>
        </a:p>
      </dgm:t>
    </dgm:pt>
    <dgm:pt modelId="{AF12E068-992A-4F18-8543-D6200B1D0690}" type="sibTrans" cxnId="{B0113E2D-1933-495C-87D5-33E5527A91C5}">
      <dgm:prSet/>
      <dgm:spPr/>
      <dgm:t>
        <a:bodyPr/>
        <a:lstStyle/>
        <a:p>
          <a:endParaRPr lang="en-US"/>
        </a:p>
      </dgm:t>
    </dgm:pt>
    <dgm:pt modelId="{3B94F69A-9243-4406-B70A-48E309B7BEFC}">
      <dgm:prSet/>
      <dgm:spPr/>
      <dgm:t>
        <a:bodyPr/>
        <a:lstStyle/>
        <a:p>
          <a:r>
            <a:rPr lang="en-US"/>
            <a:t>4. what changes we will be still required to make in our projects like logging needs to be change?</a:t>
          </a:r>
        </a:p>
      </dgm:t>
    </dgm:pt>
    <dgm:pt modelId="{370A54C3-8DE2-4896-A12E-F917D1B27163}" type="parTrans" cxnId="{98C2A35E-0950-4801-813E-F3F04EACB6BC}">
      <dgm:prSet/>
      <dgm:spPr/>
      <dgm:t>
        <a:bodyPr/>
        <a:lstStyle/>
        <a:p>
          <a:endParaRPr lang="en-US"/>
        </a:p>
      </dgm:t>
    </dgm:pt>
    <dgm:pt modelId="{AA1826CD-9C93-4796-A94A-8DD287C75056}" type="sibTrans" cxnId="{98C2A35E-0950-4801-813E-F3F04EACB6BC}">
      <dgm:prSet/>
      <dgm:spPr/>
      <dgm:t>
        <a:bodyPr/>
        <a:lstStyle/>
        <a:p>
          <a:endParaRPr lang="en-US"/>
        </a:p>
      </dgm:t>
    </dgm:pt>
    <dgm:pt modelId="{62E1CE35-6A05-492D-968E-47602C262E9B}">
      <dgm:prSet/>
      <dgm:spPr/>
      <dgm:t>
        <a:bodyPr/>
        <a:lstStyle/>
        <a:p>
          <a:r>
            <a:rPr lang="en-US"/>
            <a:t>5. How does this affect out ELK logs, what's changed and how do we browse logs with OTel? </a:t>
          </a:r>
        </a:p>
      </dgm:t>
    </dgm:pt>
    <dgm:pt modelId="{9CBBD523-09E6-436B-816F-E91D8306D375}" type="parTrans" cxnId="{0B766F12-CAE8-404C-B22F-6AE58E82A36B}">
      <dgm:prSet/>
      <dgm:spPr/>
      <dgm:t>
        <a:bodyPr/>
        <a:lstStyle/>
        <a:p>
          <a:endParaRPr lang="en-US"/>
        </a:p>
      </dgm:t>
    </dgm:pt>
    <dgm:pt modelId="{C9022F48-E8CF-4006-BD35-4DF033EBAD55}" type="sibTrans" cxnId="{0B766F12-CAE8-404C-B22F-6AE58E82A36B}">
      <dgm:prSet/>
      <dgm:spPr/>
      <dgm:t>
        <a:bodyPr/>
        <a:lstStyle/>
        <a:p>
          <a:endParaRPr lang="en-US"/>
        </a:p>
      </dgm:t>
    </dgm:pt>
    <dgm:pt modelId="{E4AA9A9A-DB33-4588-8D58-981465C0A306}">
      <dgm:prSet/>
      <dgm:spPr/>
      <dgm:t>
        <a:bodyPr/>
        <a:lstStyle/>
        <a:p>
          <a:r>
            <a:rPr lang="en-US"/>
            <a:t>6. Previously there was some discussion about logging to Console for Openshift, will we no longer get log files?</a:t>
          </a:r>
        </a:p>
      </dgm:t>
    </dgm:pt>
    <dgm:pt modelId="{1C0EFE16-AFC5-482F-A5B2-BFA41BA225E0}" type="parTrans" cxnId="{B72A811A-20DB-4B8C-A486-71A49F434E41}">
      <dgm:prSet/>
      <dgm:spPr/>
      <dgm:t>
        <a:bodyPr/>
        <a:lstStyle/>
        <a:p>
          <a:endParaRPr lang="en-US"/>
        </a:p>
      </dgm:t>
    </dgm:pt>
    <dgm:pt modelId="{D79B2C11-BDFD-4DB1-BA94-ED4074FDE6C5}" type="sibTrans" cxnId="{B72A811A-20DB-4B8C-A486-71A49F434E41}">
      <dgm:prSet/>
      <dgm:spPr/>
      <dgm:t>
        <a:bodyPr/>
        <a:lstStyle/>
        <a:p>
          <a:endParaRPr lang="en-US"/>
        </a:p>
      </dgm:t>
    </dgm:pt>
    <dgm:pt modelId="{ABBBDC61-016B-403B-AA0F-E052B0834898}">
      <dgm:prSet/>
      <dgm:spPr/>
      <dgm:t>
        <a:bodyPr/>
        <a:lstStyle/>
        <a:p>
          <a:r>
            <a:rPr lang="en-US"/>
            <a:t>7. Is Kibana the only way to view logs in openshift(prod, for eg. since we probably won't be allowed to see log stream in the openshift console)</a:t>
          </a:r>
        </a:p>
      </dgm:t>
    </dgm:pt>
    <dgm:pt modelId="{F03599C7-3DB5-40FD-976F-2C9F0DC62B44}" type="parTrans" cxnId="{78ACF629-BFA1-4F05-A76C-08EF927CE7AB}">
      <dgm:prSet/>
      <dgm:spPr/>
      <dgm:t>
        <a:bodyPr/>
        <a:lstStyle/>
        <a:p>
          <a:endParaRPr lang="en-US"/>
        </a:p>
      </dgm:t>
    </dgm:pt>
    <dgm:pt modelId="{7F9A2FEC-2380-4251-9D7E-BDAF6406CAB9}" type="sibTrans" cxnId="{78ACF629-BFA1-4F05-A76C-08EF927CE7AB}">
      <dgm:prSet/>
      <dgm:spPr/>
      <dgm:t>
        <a:bodyPr/>
        <a:lstStyle/>
        <a:p>
          <a:endParaRPr lang="en-US"/>
        </a:p>
      </dgm:t>
    </dgm:pt>
    <dgm:pt modelId="{1CE343EF-EFF0-4A5D-AE4D-2FA927814AAF}">
      <dgm:prSet/>
      <dgm:spPr/>
      <dgm:t>
        <a:bodyPr/>
        <a:lstStyle/>
        <a:p>
          <a:r>
            <a:rPr lang="en-US"/>
            <a:t>8. OTel has now enabled "tracing" I assume, can we get a brief idea on how its different/better than plane logging?</a:t>
          </a:r>
        </a:p>
      </dgm:t>
    </dgm:pt>
    <dgm:pt modelId="{C10685E2-F218-4D7B-85D6-0C703BD977C6}" type="parTrans" cxnId="{D781D3C0-BCB0-4C12-9FC6-201AFC8E21B2}">
      <dgm:prSet/>
      <dgm:spPr/>
      <dgm:t>
        <a:bodyPr/>
        <a:lstStyle/>
        <a:p>
          <a:endParaRPr lang="en-US"/>
        </a:p>
      </dgm:t>
    </dgm:pt>
    <dgm:pt modelId="{2371AFB8-13B2-4661-88FD-E91D4C3C5D01}" type="sibTrans" cxnId="{D781D3C0-BCB0-4C12-9FC6-201AFC8E21B2}">
      <dgm:prSet/>
      <dgm:spPr/>
      <dgm:t>
        <a:bodyPr/>
        <a:lstStyle/>
        <a:p>
          <a:endParaRPr lang="en-US"/>
        </a:p>
      </dgm:t>
    </dgm:pt>
    <dgm:pt modelId="{ACE5A947-578A-43AA-B0B5-5316299BF5CB}" type="pres">
      <dgm:prSet presAssocID="{CDCD1830-5F60-4F5A-B53B-97DC34FFC8DA}" presName="diagram" presStyleCnt="0">
        <dgm:presLayoutVars>
          <dgm:dir/>
          <dgm:resizeHandles val="exact"/>
        </dgm:presLayoutVars>
      </dgm:prSet>
      <dgm:spPr/>
    </dgm:pt>
    <dgm:pt modelId="{496D2B23-4F2F-4753-822A-39167E407D7C}" type="pres">
      <dgm:prSet presAssocID="{57DCA8B4-FD18-46F7-AE58-19D0216AD89C}" presName="node" presStyleLbl="node1" presStyleIdx="0" presStyleCnt="8">
        <dgm:presLayoutVars>
          <dgm:bulletEnabled val="1"/>
        </dgm:presLayoutVars>
      </dgm:prSet>
      <dgm:spPr/>
    </dgm:pt>
    <dgm:pt modelId="{61A7C86B-B99C-41C6-9771-90CD9EA3BBA2}" type="pres">
      <dgm:prSet presAssocID="{D1D2640D-C978-45E0-8465-44F12856B8BF}" presName="sibTrans" presStyleCnt="0"/>
      <dgm:spPr/>
    </dgm:pt>
    <dgm:pt modelId="{1D60FA29-F0F6-4FEA-8289-4E35A8D8308A}" type="pres">
      <dgm:prSet presAssocID="{3D9BAE51-01D8-4F94-9081-9CC90AC9D31C}" presName="node" presStyleLbl="node1" presStyleIdx="1" presStyleCnt="8">
        <dgm:presLayoutVars>
          <dgm:bulletEnabled val="1"/>
        </dgm:presLayoutVars>
      </dgm:prSet>
      <dgm:spPr/>
    </dgm:pt>
    <dgm:pt modelId="{262B60A3-3CBB-4C0F-92F5-5B61AE58BEB4}" type="pres">
      <dgm:prSet presAssocID="{6FCCF589-E85B-44A8-BABA-77365A8D6252}" presName="sibTrans" presStyleCnt="0"/>
      <dgm:spPr/>
    </dgm:pt>
    <dgm:pt modelId="{36F5EBE9-BE7C-4EFB-B47E-069D2ADFFD86}" type="pres">
      <dgm:prSet presAssocID="{0EE5B8DF-6AB6-4C58-B078-719DDDF32D6F}" presName="node" presStyleLbl="node1" presStyleIdx="2" presStyleCnt="8">
        <dgm:presLayoutVars>
          <dgm:bulletEnabled val="1"/>
        </dgm:presLayoutVars>
      </dgm:prSet>
      <dgm:spPr/>
    </dgm:pt>
    <dgm:pt modelId="{4B45D4C4-F164-49FA-8DCC-122A3948A7E4}" type="pres">
      <dgm:prSet presAssocID="{AF12E068-992A-4F18-8543-D6200B1D0690}" presName="sibTrans" presStyleCnt="0"/>
      <dgm:spPr/>
    </dgm:pt>
    <dgm:pt modelId="{E61F0B61-E5F7-45B5-977C-BE70C1868B9B}" type="pres">
      <dgm:prSet presAssocID="{3B94F69A-9243-4406-B70A-48E309B7BEFC}" presName="node" presStyleLbl="node1" presStyleIdx="3" presStyleCnt="8">
        <dgm:presLayoutVars>
          <dgm:bulletEnabled val="1"/>
        </dgm:presLayoutVars>
      </dgm:prSet>
      <dgm:spPr/>
    </dgm:pt>
    <dgm:pt modelId="{BD106809-02D8-4235-8306-79C166FA99F3}" type="pres">
      <dgm:prSet presAssocID="{AA1826CD-9C93-4796-A94A-8DD287C75056}" presName="sibTrans" presStyleCnt="0"/>
      <dgm:spPr/>
    </dgm:pt>
    <dgm:pt modelId="{B5690CDF-8688-4DE8-9F92-F59923BBF3A9}" type="pres">
      <dgm:prSet presAssocID="{62E1CE35-6A05-492D-968E-47602C262E9B}" presName="node" presStyleLbl="node1" presStyleIdx="4" presStyleCnt="8">
        <dgm:presLayoutVars>
          <dgm:bulletEnabled val="1"/>
        </dgm:presLayoutVars>
      </dgm:prSet>
      <dgm:spPr/>
    </dgm:pt>
    <dgm:pt modelId="{58A2BB47-BE76-4640-B949-8E1F42A5C237}" type="pres">
      <dgm:prSet presAssocID="{C9022F48-E8CF-4006-BD35-4DF033EBAD55}" presName="sibTrans" presStyleCnt="0"/>
      <dgm:spPr/>
    </dgm:pt>
    <dgm:pt modelId="{0AE570D0-C3E6-43D8-9981-A908F1811AD8}" type="pres">
      <dgm:prSet presAssocID="{E4AA9A9A-DB33-4588-8D58-981465C0A306}" presName="node" presStyleLbl="node1" presStyleIdx="5" presStyleCnt="8">
        <dgm:presLayoutVars>
          <dgm:bulletEnabled val="1"/>
        </dgm:presLayoutVars>
      </dgm:prSet>
      <dgm:spPr/>
    </dgm:pt>
    <dgm:pt modelId="{E6041653-7F62-4C9F-888B-7462A490A76C}" type="pres">
      <dgm:prSet presAssocID="{D79B2C11-BDFD-4DB1-BA94-ED4074FDE6C5}" presName="sibTrans" presStyleCnt="0"/>
      <dgm:spPr/>
    </dgm:pt>
    <dgm:pt modelId="{259B6B7F-D993-4979-8342-43DB63CC9A83}" type="pres">
      <dgm:prSet presAssocID="{ABBBDC61-016B-403B-AA0F-E052B0834898}" presName="node" presStyleLbl="node1" presStyleIdx="6" presStyleCnt="8">
        <dgm:presLayoutVars>
          <dgm:bulletEnabled val="1"/>
        </dgm:presLayoutVars>
      </dgm:prSet>
      <dgm:spPr/>
    </dgm:pt>
    <dgm:pt modelId="{0A4D5D51-6102-45D3-B7C6-B4C1E813519D}" type="pres">
      <dgm:prSet presAssocID="{7F9A2FEC-2380-4251-9D7E-BDAF6406CAB9}" presName="sibTrans" presStyleCnt="0"/>
      <dgm:spPr/>
    </dgm:pt>
    <dgm:pt modelId="{BB5BC4BF-AE3A-4DE7-AB1E-8C351C6ADE49}" type="pres">
      <dgm:prSet presAssocID="{1CE343EF-EFF0-4A5D-AE4D-2FA927814AAF}" presName="node" presStyleLbl="node1" presStyleIdx="7" presStyleCnt="8">
        <dgm:presLayoutVars>
          <dgm:bulletEnabled val="1"/>
        </dgm:presLayoutVars>
      </dgm:prSet>
      <dgm:spPr/>
    </dgm:pt>
  </dgm:ptLst>
  <dgm:cxnLst>
    <dgm:cxn modelId="{67D2490B-0B33-45C8-BFD7-94C8646AE6AE}" srcId="{CDCD1830-5F60-4F5A-B53B-97DC34FFC8DA}" destId="{3D9BAE51-01D8-4F94-9081-9CC90AC9D31C}" srcOrd="1" destOrd="0" parTransId="{0FAD13D4-957A-4CDD-A6CE-CBC008F44F99}" sibTransId="{6FCCF589-E85B-44A8-BABA-77365A8D6252}"/>
    <dgm:cxn modelId="{0B766F12-CAE8-404C-B22F-6AE58E82A36B}" srcId="{CDCD1830-5F60-4F5A-B53B-97DC34FFC8DA}" destId="{62E1CE35-6A05-492D-968E-47602C262E9B}" srcOrd="4" destOrd="0" parTransId="{9CBBD523-09E6-436B-816F-E91D8306D375}" sibTransId="{C9022F48-E8CF-4006-BD35-4DF033EBAD55}"/>
    <dgm:cxn modelId="{B72A811A-20DB-4B8C-A486-71A49F434E41}" srcId="{CDCD1830-5F60-4F5A-B53B-97DC34FFC8DA}" destId="{E4AA9A9A-DB33-4588-8D58-981465C0A306}" srcOrd="5" destOrd="0" parTransId="{1C0EFE16-AFC5-482F-A5B2-BFA41BA225E0}" sibTransId="{D79B2C11-BDFD-4DB1-BA94-ED4074FDE6C5}"/>
    <dgm:cxn modelId="{78ACF629-BFA1-4F05-A76C-08EF927CE7AB}" srcId="{CDCD1830-5F60-4F5A-B53B-97DC34FFC8DA}" destId="{ABBBDC61-016B-403B-AA0F-E052B0834898}" srcOrd="6" destOrd="0" parTransId="{F03599C7-3DB5-40FD-976F-2C9F0DC62B44}" sibTransId="{7F9A2FEC-2380-4251-9D7E-BDAF6406CAB9}"/>
    <dgm:cxn modelId="{B0113E2D-1933-495C-87D5-33E5527A91C5}" srcId="{CDCD1830-5F60-4F5A-B53B-97DC34FFC8DA}" destId="{0EE5B8DF-6AB6-4C58-B078-719DDDF32D6F}" srcOrd="2" destOrd="0" parTransId="{8508F0EE-E729-4C2D-8BD8-A68091B0C97B}" sibTransId="{AF12E068-992A-4F18-8543-D6200B1D0690}"/>
    <dgm:cxn modelId="{4575E45C-6943-43D0-B664-C19B30D3C394}" type="presOf" srcId="{1CE343EF-EFF0-4A5D-AE4D-2FA927814AAF}" destId="{BB5BC4BF-AE3A-4DE7-AB1E-8C351C6ADE49}" srcOrd="0" destOrd="0" presId="urn:microsoft.com/office/officeart/2005/8/layout/default"/>
    <dgm:cxn modelId="{98C2A35E-0950-4801-813E-F3F04EACB6BC}" srcId="{CDCD1830-5F60-4F5A-B53B-97DC34FFC8DA}" destId="{3B94F69A-9243-4406-B70A-48E309B7BEFC}" srcOrd="3" destOrd="0" parTransId="{370A54C3-8DE2-4896-A12E-F917D1B27163}" sibTransId="{AA1826CD-9C93-4796-A94A-8DD287C75056}"/>
    <dgm:cxn modelId="{E38CFE72-F71E-4E30-8950-19EBFA832BE8}" type="presOf" srcId="{E4AA9A9A-DB33-4588-8D58-981465C0A306}" destId="{0AE570D0-C3E6-43D8-9981-A908F1811AD8}" srcOrd="0" destOrd="0" presId="urn:microsoft.com/office/officeart/2005/8/layout/default"/>
    <dgm:cxn modelId="{C54D595A-394C-43FA-83C6-239FCBA53007}" type="presOf" srcId="{0EE5B8DF-6AB6-4C58-B078-719DDDF32D6F}" destId="{36F5EBE9-BE7C-4EFB-B47E-069D2ADFFD86}" srcOrd="0" destOrd="0" presId="urn:microsoft.com/office/officeart/2005/8/layout/default"/>
    <dgm:cxn modelId="{5C0AD07B-ACE6-4E6B-BE43-24E8B60EB1EB}" type="presOf" srcId="{62E1CE35-6A05-492D-968E-47602C262E9B}" destId="{B5690CDF-8688-4DE8-9F92-F59923BBF3A9}" srcOrd="0" destOrd="0" presId="urn:microsoft.com/office/officeart/2005/8/layout/default"/>
    <dgm:cxn modelId="{5565DA85-E87A-46A1-BDC4-DBA5B352C1AB}" type="presOf" srcId="{CDCD1830-5F60-4F5A-B53B-97DC34FFC8DA}" destId="{ACE5A947-578A-43AA-B0B5-5316299BF5CB}" srcOrd="0" destOrd="0" presId="urn:microsoft.com/office/officeart/2005/8/layout/default"/>
    <dgm:cxn modelId="{24822C88-61FD-4527-9321-F62D948C0377}" type="presOf" srcId="{3D9BAE51-01D8-4F94-9081-9CC90AC9D31C}" destId="{1D60FA29-F0F6-4FEA-8289-4E35A8D8308A}" srcOrd="0" destOrd="0" presId="urn:microsoft.com/office/officeart/2005/8/layout/default"/>
    <dgm:cxn modelId="{D781D3C0-BCB0-4C12-9FC6-201AFC8E21B2}" srcId="{CDCD1830-5F60-4F5A-B53B-97DC34FFC8DA}" destId="{1CE343EF-EFF0-4A5D-AE4D-2FA927814AAF}" srcOrd="7" destOrd="0" parTransId="{C10685E2-F218-4D7B-85D6-0C703BD977C6}" sibTransId="{2371AFB8-13B2-4661-88FD-E91D4C3C5D01}"/>
    <dgm:cxn modelId="{022D86DB-D34B-4ACE-87E6-93FA25A1A068}" srcId="{CDCD1830-5F60-4F5A-B53B-97DC34FFC8DA}" destId="{57DCA8B4-FD18-46F7-AE58-19D0216AD89C}" srcOrd="0" destOrd="0" parTransId="{4B5DE8E5-D0F2-4109-820E-ACE2209F000E}" sibTransId="{D1D2640D-C978-45E0-8465-44F12856B8BF}"/>
    <dgm:cxn modelId="{EA0F53DC-7B62-4434-A31B-A8BC5781CDEC}" type="presOf" srcId="{57DCA8B4-FD18-46F7-AE58-19D0216AD89C}" destId="{496D2B23-4F2F-4753-822A-39167E407D7C}" srcOrd="0" destOrd="0" presId="urn:microsoft.com/office/officeart/2005/8/layout/default"/>
    <dgm:cxn modelId="{7B871FE1-FB83-4451-9A85-D9D7B31BE186}" type="presOf" srcId="{ABBBDC61-016B-403B-AA0F-E052B0834898}" destId="{259B6B7F-D993-4979-8342-43DB63CC9A83}" srcOrd="0" destOrd="0" presId="urn:microsoft.com/office/officeart/2005/8/layout/default"/>
    <dgm:cxn modelId="{7D363DF1-A567-430F-8C45-128A1E08733C}" type="presOf" srcId="{3B94F69A-9243-4406-B70A-48E309B7BEFC}" destId="{E61F0B61-E5F7-45B5-977C-BE70C1868B9B}" srcOrd="0" destOrd="0" presId="urn:microsoft.com/office/officeart/2005/8/layout/default"/>
    <dgm:cxn modelId="{15CC6B9E-CAE6-49D5-A22E-65F808210450}" type="presParOf" srcId="{ACE5A947-578A-43AA-B0B5-5316299BF5CB}" destId="{496D2B23-4F2F-4753-822A-39167E407D7C}" srcOrd="0" destOrd="0" presId="urn:microsoft.com/office/officeart/2005/8/layout/default"/>
    <dgm:cxn modelId="{5216BE5D-F536-4108-A642-E91A07280DBF}" type="presParOf" srcId="{ACE5A947-578A-43AA-B0B5-5316299BF5CB}" destId="{61A7C86B-B99C-41C6-9771-90CD9EA3BBA2}" srcOrd="1" destOrd="0" presId="urn:microsoft.com/office/officeart/2005/8/layout/default"/>
    <dgm:cxn modelId="{6582289A-1B04-45B5-80C4-FF1A49B3494A}" type="presParOf" srcId="{ACE5A947-578A-43AA-B0B5-5316299BF5CB}" destId="{1D60FA29-F0F6-4FEA-8289-4E35A8D8308A}" srcOrd="2" destOrd="0" presId="urn:microsoft.com/office/officeart/2005/8/layout/default"/>
    <dgm:cxn modelId="{B2605AA5-7D32-4F31-BD8C-C93110069645}" type="presParOf" srcId="{ACE5A947-578A-43AA-B0B5-5316299BF5CB}" destId="{262B60A3-3CBB-4C0F-92F5-5B61AE58BEB4}" srcOrd="3" destOrd="0" presId="urn:microsoft.com/office/officeart/2005/8/layout/default"/>
    <dgm:cxn modelId="{9F4130C0-FCA5-4071-A877-C58B03B028BE}" type="presParOf" srcId="{ACE5A947-578A-43AA-B0B5-5316299BF5CB}" destId="{36F5EBE9-BE7C-4EFB-B47E-069D2ADFFD86}" srcOrd="4" destOrd="0" presId="urn:microsoft.com/office/officeart/2005/8/layout/default"/>
    <dgm:cxn modelId="{2E146B65-5EC7-4195-AA46-A87FAC20F696}" type="presParOf" srcId="{ACE5A947-578A-43AA-B0B5-5316299BF5CB}" destId="{4B45D4C4-F164-49FA-8DCC-122A3948A7E4}" srcOrd="5" destOrd="0" presId="urn:microsoft.com/office/officeart/2005/8/layout/default"/>
    <dgm:cxn modelId="{9E4E1ED2-F8DA-45F9-BDE5-C9D857EB0F25}" type="presParOf" srcId="{ACE5A947-578A-43AA-B0B5-5316299BF5CB}" destId="{E61F0B61-E5F7-45B5-977C-BE70C1868B9B}" srcOrd="6" destOrd="0" presId="urn:microsoft.com/office/officeart/2005/8/layout/default"/>
    <dgm:cxn modelId="{9C61AEA7-E4BA-4F71-AD24-2214E206C6A0}" type="presParOf" srcId="{ACE5A947-578A-43AA-B0B5-5316299BF5CB}" destId="{BD106809-02D8-4235-8306-79C166FA99F3}" srcOrd="7" destOrd="0" presId="urn:microsoft.com/office/officeart/2005/8/layout/default"/>
    <dgm:cxn modelId="{E79FF319-1C6A-450A-A975-F12B5058D6E9}" type="presParOf" srcId="{ACE5A947-578A-43AA-B0B5-5316299BF5CB}" destId="{B5690CDF-8688-4DE8-9F92-F59923BBF3A9}" srcOrd="8" destOrd="0" presId="urn:microsoft.com/office/officeart/2005/8/layout/default"/>
    <dgm:cxn modelId="{74138E8E-8550-4531-8CC5-EA04F0F83060}" type="presParOf" srcId="{ACE5A947-578A-43AA-B0B5-5316299BF5CB}" destId="{58A2BB47-BE76-4640-B949-8E1F42A5C237}" srcOrd="9" destOrd="0" presId="urn:microsoft.com/office/officeart/2005/8/layout/default"/>
    <dgm:cxn modelId="{C2BCCD30-AB15-4EB3-AFB9-823037001991}" type="presParOf" srcId="{ACE5A947-578A-43AA-B0B5-5316299BF5CB}" destId="{0AE570D0-C3E6-43D8-9981-A908F1811AD8}" srcOrd="10" destOrd="0" presId="urn:microsoft.com/office/officeart/2005/8/layout/default"/>
    <dgm:cxn modelId="{FAC40098-9AED-4A2F-B5F9-554F6B992E3F}" type="presParOf" srcId="{ACE5A947-578A-43AA-B0B5-5316299BF5CB}" destId="{E6041653-7F62-4C9F-888B-7462A490A76C}" srcOrd="11" destOrd="0" presId="urn:microsoft.com/office/officeart/2005/8/layout/default"/>
    <dgm:cxn modelId="{41FBB18A-AF19-4536-92AF-2526EFE7405E}" type="presParOf" srcId="{ACE5A947-578A-43AA-B0B5-5316299BF5CB}" destId="{259B6B7F-D993-4979-8342-43DB63CC9A83}" srcOrd="12" destOrd="0" presId="urn:microsoft.com/office/officeart/2005/8/layout/default"/>
    <dgm:cxn modelId="{0E11B2B2-546A-4DD3-A4AE-C1FB02D47E7F}" type="presParOf" srcId="{ACE5A947-578A-43AA-B0B5-5316299BF5CB}" destId="{0A4D5D51-6102-45D3-B7C6-B4C1E813519D}" srcOrd="13" destOrd="0" presId="urn:microsoft.com/office/officeart/2005/8/layout/default"/>
    <dgm:cxn modelId="{6599F7BC-3EDE-4054-90C6-E62875E14DD5}" type="presParOf" srcId="{ACE5A947-578A-43AA-B0B5-5316299BF5CB}" destId="{BB5BC4BF-AE3A-4DE7-AB1E-8C351C6ADE4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45787-0C82-4EEA-A31F-03FA342BF554}">
      <dsp:nvSpPr>
        <dsp:cNvPr id="0" name=""/>
        <dsp:cNvSpPr/>
      </dsp:nvSpPr>
      <dsp:spPr>
        <a:xfrm>
          <a:off x="2239695" y="965261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050" y="1008406"/>
        <a:ext cx="25753" cy="5150"/>
      </dsp:txXfrm>
    </dsp:sp>
    <dsp:sp modelId="{D5EE1ABA-692A-4C19-9BFF-4E819D05EE53}">
      <dsp:nvSpPr>
        <dsp:cNvPr id="0" name=""/>
        <dsp:cNvSpPr/>
      </dsp:nvSpPr>
      <dsp:spPr>
        <a:xfrm>
          <a:off x="2090" y="339160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Introduction to Open telemetry</a:t>
          </a:r>
        </a:p>
      </dsp:txBody>
      <dsp:txXfrm>
        <a:off x="2090" y="339160"/>
        <a:ext cx="2239405" cy="1343643"/>
      </dsp:txXfrm>
    </dsp:sp>
    <dsp:sp modelId="{D835E356-BE60-4C96-BB3B-4EC0BA903F2B}">
      <dsp:nvSpPr>
        <dsp:cNvPr id="0" name=""/>
        <dsp:cNvSpPr/>
      </dsp:nvSpPr>
      <dsp:spPr>
        <a:xfrm>
          <a:off x="4994163" y="965261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518" y="1008406"/>
        <a:ext cx="25753" cy="5150"/>
      </dsp:txXfrm>
    </dsp:sp>
    <dsp:sp modelId="{BC2A263A-BBCB-49D9-95D4-296AAA2A17B0}">
      <dsp:nvSpPr>
        <dsp:cNvPr id="0" name=""/>
        <dsp:cNvSpPr/>
      </dsp:nvSpPr>
      <dsp:spPr>
        <a:xfrm>
          <a:off x="2756558" y="339160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What is open telemetry used for?</a:t>
          </a:r>
        </a:p>
      </dsp:txBody>
      <dsp:txXfrm>
        <a:off x="2756558" y="339160"/>
        <a:ext cx="2239405" cy="1343643"/>
      </dsp:txXfrm>
    </dsp:sp>
    <dsp:sp modelId="{71EF6BDE-07BE-426F-BFC7-3AFBEA6DCC7B}">
      <dsp:nvSpPr>
        <dsp:cNvPr id="0" name=""/>
        <dsp:cNvSpPr/>
      </dsp:nvSpPr>
      <dsp:spPr>
        <a:xfrm>
          <a:off x="7748632" y="965261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77987" y="1008406"/>
        <a:ext cx="25753" cy="5150"/>
      </dsp:txXfrm>
    </dsp:sp>
    <dsp:sp modelId="{13A9E421-D97F-42A4-B853-39EE348A0911}">
      <dsp:nvSpPr>
        <dsp:cNvPr id="0" name=""/>
        <dsp:cNvSpPr/>
      </dsp:nvSpPr>
      <dsp:spPr>
        <a:xfrm>
          <a:off x="5511027" y="339160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OTEL library</a:t>
          </a:r>
        </a:p>
      </dsp:txBody>
      <dsp:txXfrm>
        <a:off x="5511027" y="339160"/>
        <a:ext cx="2239405" cy="1343643"/>
      </dsp:txXfrm>
    </dsp:sp>
    <dsp:sp modelId="{91AFFAFF-7438-49AE-BFCE-EAA5140A16D3}">
      <dsp:nvSpPr>
        <dsp:cNvPr id="0" name=""/>
        <dsp:cNvSpPr/>
      </dsp:nvSpPr>
      <dsp:spPr>
        <a:xfrm>
          <a:off x="1121793" y="1681003"/>
          <a:ext cx="8263404" cy="484463"/>
        </a:xfrm>
        <a:custGeom>
          <a:avLst/>
          <a:gdLst/>
          <a:ahLst/>
          <a:cxnLst/>
          <a:rect l="0" t="0" r="0" b="0"/>
          <a:pathLst>
            <a:path>
              <a:moveTo>
                <a:pt x="8263404" y="0"/>
              </a:moveTo>
              <a:lnTo>
                <a:pt x="8263404" y="259331"/>
              </a:lnTo>
              <a:lnTo>
                <a:pt x="0" y="259331"/>
              </a:lnTo>
              <a:lnTo>
                <a:pt x="0" y="48446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6509" y="1920659"/>
        <a:ext cx="413972" cy="5150"/>
      </dsp:txXfrm>
    </dsp:sp>
    <dsp:sp modelId="{037E9745-8D5B-40DE-91E0-4FF51ABC24BD}">
      <dsp:nvSpPr>
        <dsp:cNvPr id="0" name=""/>
        <dsp:cNvSpPr/>
      </dsp:nvSpPr>
      <dsp:spPr>
        <a:xfrm>
          <a:off x="8265495" y="339160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Distributed tracing</a:t>
          </a:r>
          <a:endParaRPr lang="en-US" sz="2200" kern="1200"/>
        </a:p>
      </dsp:txBody>
      <dsp:txXfrm>
        <a:off x="8265495" y="339160"/>
        <a:ext cx="2239405" cy="1343643"/>
      </dsp:txXfrm>
    </dsp:sp>
    <dsp:sp modelId="{343932B3-26A9-43A6-872A-4B664B34191B}">
      <dsp:nvSpPr>
        <dsp:cNvPr id="0" name=""/>
        <dsp:cNvSpPr/>
      </dsp:nvSpPr>
      <dsp:spPr>
        <a:xfrm>
          <a:off x="2239695" y="2823968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050" y="2867112"/>
        <a:ext cx="25753" cy="5150"/>
      </dsp:txXfrm>
    </dsp:sp>
    <dsp:sp modelId="{97FD015A-7297-4D18-82DC-B4486208ED7B}">
      <dsp:nvSpPr>
        <dsp:cNvPr id="0" name=""/>
        <dsp:cNvSpPr/>
      </dsp:nvSpPr>
      <dsp:spPr>
        <a:xfrm>
          <a:off x="2090" y="2197866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OTEL collector &amp; its pipeline</a:t>
          </a:r>
          <a:endParaRPr lang="en-US" sz="2200" kern="1200"/>
        </a:p>
      </dsp:txBody>
      <dsp:txXfrm>
        <a:off x="2090" y="2197866"/>
        <a:ext cx="2239405" cy="1343643"/>
      </dsp:txXfrm>
    </dsp:sp>
    <dsp:sp modelId="{E1D0D209-C790-4856-A8DC-25DF23D24AA4}">
      <dsp:nvSpPr>
        <dsp:cNvPr id="0" name=""/>
        <dsp:cNvSpPr/>
      </dsp:nvSpPr>
      <dsp:spPr>
        <a:xfrm>
          <a:off x="4994163" y="2823968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3518" y="2867112"/>
        <a:ext cx="25753" cy="5150"/>
      </dsp:txXfrm>
    </dsp:sp>
    <dsp:sp modelId="{105145BD-BCA2-49DD-96BF-7D1140C0AE1C}">
      <dsp:nvSpPr>
        <dsp:cNvPr id="0" name=""/>
        <dsp:cNvSpPr/>
      </dsp:nvSpPr>
      <dsp:spPr>
        <a:xfrm>
          <a:off x="2756558" y="2197866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Asset Tag services implementation</a:t>
          </a:r>
          <a:endParaRPr lang="en-US" sz="2200" kern="1200"/>
        </a:p>
      </dsp:txBody>
      <dsp:txXfrm>
        <a:off x="2756558" y="2197866"/>
        <a:ext cx="2239405" cy="1343643"/>
      </dsp:txXfrm>
    </dsp:sp>
    <dsp:sp modelId="{95309C5F-5826-4DA6-B67B-1ECE38827370}">
      <dsp:nvSpPr>
        <dsp:cNvPr id="0" name=""/>
        <dsp:cNvSpPr/>
      </dsp:nvSpPr>
      <dsp:spPr>
        <a:xfrm>
          <a:off x="7748632" y="2823968"/>
          <a:ext cx="48446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46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77987" y="2867112"/>
        <a:ext cx="25753" cy="5150"/>
      </dsp:txXfrm>
    </dsp:sp>
    <dsp:sp modelId="{5A87E1BF-CE73-4DC8-B378-4E6D63FCDB59}">
      <dsp:nvSpPr>
        <dsp:cNvPr id="0" name=""/>
        <dsp:cNvSpPr/>
      </dsp:nvSpPr>
      <dsp:spPr>
        <a:xfrm>
          <a:off x="5511027" y="2197866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Demo</a:t>
          </a:r>
          <a:endParaRPr lang="en-US" sz="2200" kern="1200"/>
        </a:p>
      </dsp:txBody>
      <dsp:txXfrm>
        <a:off x="5511027" y="2197866"/>
        <a:ext cx="2239405" cy="1343643"/>
      </dsp:txXfrm>
    </dsp:sp>
    <dsp:sp modelId="{D8650017-B0A2-4976-A04F-BAFA3279ED0A}">
      <dsp:nvSpPr>
        <dsp:cNvPr id="0" name=""/>
        <dsp:cNvSpPr/>
      </dsp:nvSpPr>
      <dsp:spPr>
        <a:xfrm>
          <a:off x="8265495" y="2197866"/>
          <a:ext cx="2239405" cy="1343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33" tIns="115184" rIns="109733" bIns="11518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Questions?</a:t>
          </a:r>
          <a:endParaRPr lang="en-US" sz="2200" kern="1200"/>
        </a:p>
      </dsp:txBody>
      <dsp:txXfrm>
        <a:off x="8265495" y="2197866"/>
        <a:ext cx="2239405" cy="13436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B95079-0073-4E03-B7DC-900433935766}">
      <dsp:nvSpPr>
        <dsp:cNvPr id="0" name=""/>
        <dsp:cNvSpPr/>
      </dsp:nvSpPr>
      <dsp:spPr>
        <a:xfrm>
          <a:off x="377594" y="2573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Focused on the generation, collection, management, and export of telemetry</a:t>
          </a:r>
          <a:endParaRPr lang="en-US" sz="2300" kern="1200" dirty="0"/>
        </a:p>
      </dsp:txBody>
      <dsp:txXfrm>
        <a:off x="377594" y="2573"/>
        <a:ext cx="3047437" cy="1828462"/>
      </dsp:txXfrm>
    </dsp:sp>
    <dsp:sp modelId="{BD76AFDD-459E-478D-8C13-166C7C6AB71C}">
      <dsp:nvSpPr>
        <dsp:cNvPr id="0" name=""/>
        <dsp:cNvSpPr/>
      </dsp:nvSpPr>
      <dsp:spPr>
        <a:xfrm>
          <a:off x="3729776" y="2573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0" i="0" kern="1200" dirty="0"/>
            <a:t>CNCF community-driven open-source project</a:t>
          </a:r>
          <a:endParaRPr lang="en-US" sz="2300" kern="1200" dirty="0"/>
        </a:p>
      </dsp:txBody>
      <dsp:txXfrm>
        <a:off x="3729776" y="2573"/>
        <a:ext cx="3047437" cy="1828462"/>
      </dsp:txXfrm>
    </dsp:sp>
    <dsp:sp modelId="{7E572701-D74E-48AD-9B97-921F68182F0F}">
      <dsp:nvSpPr>
        <dsp:cNvPr id="0" name=""/>
        <dsp:cNvSpPr/>
      </dsp:nvSpPr>
      <dsp:spPr>
        <a:xfrm>
          <a:off x="7081958" y="2573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0" i="0" kern="1200" dirty="0"/>
            <a:t>Vendor-agnostic</a:t>
          </a:r>
          <a:endParaRPr lang="en-US" sz="2300" kern="1200" dirty="0"/>
        </a:p>
      </dsp:txBody>
      <dsp:txXfrm>
        <a:off x="7081958" y="2573"/>
        <a:ext cx="3047437" cy="1828462"/>
      </dsp:txXfrm>
    </dsp:sp>
    <dsp:sp modelId="{F1A72E84-90ED-47DB-9293-CF1BA36DB782}">
      <dsp:nvSpPr>
        <dsp:cNvPr id="0" name=""/>
        <dsp:cNvSpPr/>
      </dsp:nvSpPr>
      <dsp:spPr>
        <a:xfrm>
          <a:off x="377594" y="2135779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</a:t>
          </a:r>
          <a:r>
            <a:rPr lang="en-IN" sz="2300" b="1" i="0" kern="1200" dirty="0"/>
            <a:t>nstrument</a:t>
          </a:r>
          <a:r>
            <a:rPr lang="en-IN" sz="2300" b="0" i="0" kern="1200" dirty="0"/>
            <a:t> our cloud-native applications</a:t>
          </a:r>
          <a:endParaRPr lang="en-US" sz="2300" kern="1200" dirty="0"/>
        </a:p>
      </dsp:txBody>
      <dsp:txXfrm>
        <a:off x="377594" y="2135779"/>
        <a:ext cx="3047437" cy="1828462"/>
      </dsp:txXfrm>
    </dsp:sp>
    <dsp:sp modelId="{72493B10-C412-4BF5-A821-990CB689160B}">
      <dsp:nvSpPr>
        <dsp:cNvPr id="0" name=""/>
        <dsp:cNvSpPr/>
      </dsp:nvSpPr>
      <dsp:spPr>
        <a:xfrm>
          <a:off x="3729776" y="2135779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Collects logs, metrics, and traces and acts as the glue</a:t>
          </a:r>
          <a:endParaRPr lang="en-US" sz="2300" kern="1200" dirty="0"/>
        </a:p>
      </dsp:txBody>
      <dsp:txXfrm>
        <a:off x="3729776" y="2135779"/>
        <a:ext cx="3047437" cy="1828462"/>
      </dsp:txXfrm>
    </dsp:sp>
    <dsp:sp modelId="{D5342F86-DE84-4D8B-9905-5130C0EDB51D}">
      <dsp:nvSpPr>
        <dsp:cNvPr id="0" name=""/>
        <dsp:cNvSpPr/>
      </dsp:nvSpPr>
      <dsp:spPr>
        <a:xfrm>
          <a:off x="7081958" y="2135779"/>
          <a:ext cx="3047437" cy="1828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One specification that is respected by all vendors</a:t>
          </a:r>
          <a:endParaRPr lang="en-US" sz="2300" kern="1200" dirty="0"/>
        </a:p>
      </dsp:txBody>
      <dsp:txXfrm>
        <a:off x="7081958" y="2135779"/>
        <a:ext cx="3047437" cy="18284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B4E86-F35D-4594-8E70-6E121A9A43A0}">
      <dsp:nvSpPr>
        <dsp:cNvPr id="0" name=""/>
        <dsp:cNvSpPr/>
      </dsp:nvSpPr>
      <dsp:spPr>
        <a:xfrm>
          <a:off x="0" y="850092"/>
          <a:ext cx="683317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3E12F-EF5C-41D9-8E44-905DF6234FAF}">
      <dsp:nvSpPr>
        <dsp:cNvPr id="0" name=""/>
        <dsp:cNvSpPr/>
      </dsp:nvSpPr>
      <dsp:spPr>
        <a:xfrm>
          <a:off x="341658" y="584412"/>
          <a:ext cx="4783222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- Collect Process, and export telemetry data</a:t>
          </a:r>
          <a:endParaRPr lang="en-US" sz="1800" kern="1200"/>
        </a:p>
      </dsp:txBody>
      <dsp:txXfrm>
        <a:off x="367597" y="610351"/>
        <a:ext cx="4731344" cy="479482"/>
      </dsp:txXfrm>
    </dsp:sp>
    <dsp:sp modelId="{7770D6C7-42DB-4EF8-B755-2A6697E2843D}">
      <dsp:nvSpPr>
        <dsp:cNvPr id="0" name=""/>
        <dsp:cNvSpPr/>
      </dsp:nvSpPr>
      <dsp:spPr>
        <a:xfrm>
          <a:off x="0" y="1666572"/>
          <a:ext cx="683317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004413"/>
              <a:satOff val="2689"/>
              <a:lumOff val="30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CCD7D-82A5-476E-8964-3BE7A1E0711B}">
      <dsp:nvSpPr>
        <dsp:cNvPr id="0" name=""/>
        <dsp:cNvSpPr/>
      </dsp:nvSpPr>
      <dsp:spPr>
        <a:xfrm>
          <a:off x="341658" y="1400893"/>
          <a:ext cx="4783222" cy="531360"/>
        </a:xfrm>
        <a:prstGeom prst="roundRect">
          <a:avLst/>
        </a:prstGeom>
        <a:solidFill>
          <a:schemeClr val="accent2">
            <a:hueOff val="1004413"/>
            <a:satOff val="2689"/>
            <a:lumOff val="30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- Support multiple type of telemetry</a:t>
          </a:r>
          <a:endParaRPr lang="en-US" sz="1800" kern="1200"/>
        </a:p>
      </dsp:txBody>
      <dsp:txXfrm>
        <a:off x="367597" y="1426832"/>
        <a:ext cx="4731344" cy="479482"/>
      </dsp:txXfrm>
    </dsp:sp>
    <dsp:sp modelId="{1DA40D14-EC49-4469-B440-3BA641F57C31}">
      <dsp:nvSpPr>
        <dsp:cNvPr id="0" name=""/>
        <dsp:cNvSpPr/>
      </dsp:nvSpPr>
      <dsp:spPr>
        <a:xfrm>
          <a:off x="0" y="2483053"/>
          <a:ext cx="683317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008827"/>
              <a:satOff val="5377"/>
              <a:lumOff val="61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ACD428-5D87-441F-9DD6-B304C827527E}">
      <dsp:nvSpPr>
        <dsp:cNvPr id="0" name=""/>
        <dsp:cNvSpPr/>
      </dsp:nvSpPr>
      <dsp:spPr>
        <a:xfrm>
          <a:off x="341658" y="2217373"/>
          <a:ext cx="4783222" cy="531360"/>
        </a:xfrm>
        <a:prstGeom prst="roundRect">
          <a:avLst/>
        </a:prstGeom>
        <a:solidFill>
          <a:schemeClr val="accent2">
            <a:hueOff val="2008827"/>
            <a:satOff val="5377"/>
            <a:lumOff val="61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- Highly extensible and customizable</a:t>
          </a:r>
          <a:endParaRPr lang="en-US" sz="1800" kern="1200"/>
        </a:p>
      </dsp:txBody>
      <dsp:txXfrm>
        <a:off x="367597" y="2243312"/>
        <a:ext cx="4731344" cy="479482"/>
      </dsp:txXfrm>
    </dsp:sp>
    <dsp:sp modelId="{F27B7D5F-2B90-4F30-8A3E-DF56EA8A4F48}">
      <dsp:nvSpPr>
        <dsp:cNvPr id="0" name=""/>
        <dsp:cNvSpPr/>
      </dsp:nvSpPr>
      <dsp:spPr>
        <a:xfrm>
          <a:off x="0" y="3299533"/>
          <a:ext cx="6833175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013240"/>
              <a:satOff val="8066"/>
              <a:lumOff val="9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0330" tIns="374904" rIns="53033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- Receivers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- Processors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- Exporters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/>
            <a:t>- Extensions</a:t>
          </a:r>
          <a:endParaRPr lang="en-US" sz="1800" kern="1200"/>
        </a:p>
      </dsp:txBody>
      <dsp:txXfrm>
        <a:off x="0" y="3299533"/>
        <a:ext cx="6833175" cy="1701000"/>
      </dsp:txXfrm>
    </dsp:sp>
    <dsp:sp modelId="{3B5BC1A1-F637-418F-8DE2-29FCBC284D41}">
      <dsp:nvSpPr>
        <dsp:cNvPr id="0" name=""/>
        <dsp:cNvSpPr/>
      </dsp:nvSpPr>
      <dsp:spPr>
        <a:xfrm>
          <a:off x="341658" y="3033853"/>
          <a:ext cx="4783222" cy="531360"/>
        </a:xfrm>
        <a:prstGeom prst="roundRect">
          <a:avLst/>
        </a:prstGeom>
        <a:solidFill>
          <a:schemeClr val="accent2">
            <a:hueOff val="3013240"/>
            <a:satOff val="8066"/>
            <a:lumOff val="92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0794" tIns="0" rIns="1807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- Components</a:t>
          </a:r>
          <a:endParaRPr lang="en-US" sz="1800" kern="1200"/>
        </a:p>
      </dsp:txBody>
      <dsp:txXfrm>
        <a:off x="367597" y="3059792"/>
        <a:ext cx="4731344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29A371-8A74-476A-BF84-FDE065F36BCA}">
      <dsp:nvSpPr>
        <dsp:cNvPr id="0" name=""/>
        <dsp:cNvSpPr/>
      </dsp:nvSpPr>
      <dsp:spPr>
        <a:xfrm>
          <a:off x="0" y="6507"/>
          <a:ext cx="10506991" cy="73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OpenTelemetry.Exporter.Console: To output traces to the console during development. </a:t>
          </a:r>
          <a:endParaRPr lang="en-US" sz="1800" kern="1200"/>
        </a:p>
      </dsp:txBody>
      <dsp:txXfrm>
        <a:off x="35757" y="42264"/>
        <a:ext cx="10435477" cy="660979"/>
      </dsp:txXfrm>
    </dsp:sp>
    <dsp:sp modelId="{BEB69BD9-C2B2-4D44-90B2-C6E86056383A}">
      <dsp:nvSpPr>
        <dsp:cNvPr id="0" name=""/>
        <dsp:cNvSpPr/>
      </dsp:nvSpPr>
      <dsp:spPr>
        <a:xfrm>
          <a:off x="0" y="790840"/>
          <a:ext cx="10506991" cy="73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 err="1"/>
            <a:t>OpenTelemetry.Exporter.OpenTelemetryProtocol</a:t>
          </a:r>
          <a:r>
            <a:rPr lang="en-IN" sz="1800" b="0" i="0" kern="1200" dirty="0"/>
            <a:t>: To export our traces to our </a:t>
          </a:r>
          <a:r>
            <a:rPr lang="en-IN" sz="1800" b="0" i="0" kern="1200" dirty="0" err="1"/>
            <a:t>OpenTelemetry</a:t>
          </a:r>
          <a:r>
            <a:rPr lang="en-IN" sz="1800" b="0" i="0" kern="1200" dirty="0"/>
            <a:t> Collector using </a:t>
          </a:r>
          <a:r>
            <a:rPr lang="en-IN" sz="1800" b="0" i="0" u="sng" kern="1200" dirty="0" err="1">
              <a:hlinkClick xmlns:r="http://schemas.openxmlformats.org/officeDocument/2006/relationships" r:id="rId1"/>
            </a:rPr>
            <a:t>OpenTelemetry</a:t>
          </a:r>
          <a:r>
            <a:rPr lang="en-IN" sz="1800" b="0" i="0" u="sng" kern="1200" dirty="0">
              <a:hlinkClick xmlns:r="http://schemas.openxmlformats.org/officeDocument/2006/relationships" r:id="rId1"/>
            </a:rPr>
            <a:t> Protocol (OTLP)</a:t>
          </a:r>
          <a:r>
            <a:rPr lang="en-IN" sz="1800" b="0" i="0" kern="1200" dirty="0"/>
            <a:t>.</a:t>
          </a:r>
          <a:endParaRPr lang="en-US" sz="1800" kern="1200" dirty="0"/>
        </a:p>
      </dsp:txBody>
      <dsp:txXfrm>
        <a:off x="35757" y="826597"/>
        <a:ext cx="10435477" cy="660979"/>
      </dsp:txXfrm>
    </dsp:sp>
    <dsp:sp modelId="{EA1890F9-4AD7-47FD-821E-F9011F1A68D8}">
      <dsp:nvSpPr>
        <dsp:cNvPr id="0" name=""/>
        <dsp:cNvSpPr/>
      </dsp:nvSpPr>
      <dsp:spPr>
        <a:xfrm>
          <a:off x="0" y="1575173"/>
          <a:ext cx="10506991" cy="73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OpenTelemetry.Extensions.Hosting: To register the .NET OpenTelemetry provider.</a:t>
          </a:r>
          <a:endParaRPr lang="en-US" sz="1800" kern="1200"/>
        </a:p>
      </dsp:txBody>
      <dsp:txXfrm>
        <a:off x="35757" y="1610930"/>
        <a:ext cx="10435477" cy="660979"/>
      </dsp:txXfrm>
    </dsp:sp>
    <dsp:sp modelId="{485BC54A-D4D9-4C62-9442-E9371CBD9E9F}">
      <dsp:nvSpPr>
        <dsp:cNvPr id="0" name=""/>
        <dsp:cNvSpPr/>
      </dsp:nvSpPr>
      <dsp:spPr>
        <a:xfrm>
          <a:off x="0" y="2359506"/>
          <a:ext cx="10506991" cy="73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OpenTelemetry.Instrumentation.AspNetCore: To collect telemetry about incoming web requests.</a:t>
          </a:r>
          <a:endParaRPr lang="en-US" sz="1800" kern="1200"/>
        </a:p>
      </dsp:txBody>
      <dsp:txXfrm>
        <a:off x="35757" y="2395263"/>
        <a:ext cx="10435477" cy="660979"/>
      </dsp:txXfrm>
    </dsp:sp>
    <dsp:sp modelId="{EE303722-F347-46BB-9F23-0723ED38A644}">
      <dsp:nvSpPr>
        <dsp:cNvPr id="0" name=""/>
        <dsp:cNvSpPr/>
      </dsp:nvSpPr>
      <dsp:spPr>
        <a:xfrm>
          <a:off x="0" y="3143839"/>
          <a:ext cx="10506991" cy="7324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OpenTelemetry.Instrumentation.Http: To collect telemetry about outgoing web requests.</a:t>
          </a:r>
          <a:endParaRPr lang="en-US" sz="1800" kern="1200"/>
        </a:p>
      </dsp:txBody>
      <dsp:txXfrm>
        <a:off x="35757" y="3179596"/>
        <a:ext cx="10435477" cy="6609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D2B23-4F2F-4753-822A-39167E407D7C}">
      <dsp:nvSpPr>
        <dsp:cNvPr id="0" name=""/>
        <dsp:cNvSpPr/>
      </dsp:nvSpPr>
      <dsp:spPr>
        <a:xfrm>
          <a:off x="980123" y="1631"/>
          <a:ext cx="2135730" cy="12814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1. What is opentelemetry? why we are using it , though we have Serilog?</a:t>
          </a:r>
        </a:p>
      </dsp:txBody>
      <dsp:txXfrm>
        <a:off x="980123" y="1631"/>
        <a:ext cx="2135730" cy="1281438"/>
      </dsp:txXfrm>
    </dsp:sp>
    <dsp:sp modelId="{1D60FA29-F0F6-4FEA-8289-4E35A8D8308A}">
      <dsp:nvSpPr>
        <dsp:cNvPr id="0" name=""/>
        <dsp:cNvSpPr/>
      </dsp:nvSpPr>
      <dsp:spPr>
        <a:xfrm>
          <a:off x="3329426" y="1631"/>
          <a:ext cx="2135730" cy="12814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2. why we are using both serilog and opentelemetry both together?</a:t>
          </a:r>
        </a:p>
      </dsp:txBody>
      <dsp:txXfrm>
        <a:off x="3329426" y="1631"/>
        <a:ext cx="2135730" cy="1281438"/>
      </dsp:txXfrm>
    </dsp:sp>
    <dsp:sp modelId="{36F5EBE9-BE7C-4EFB-B47E-069D2ADFFD86}">
      <dsp:nvSpPr>
        <dsp:cNvPr id="0" name=""/>
        <dsp:cNvSpPr/>
      </dsp:nvSpPr>
      <dsp:spPr>
        <a:xfrm>
          <a:off x="5678730" y="1631"/>
          <a:ext cx="2135730" cy="12814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3. what changes are required to make it work in openshift?</a:t>
          </a:r>
        </a:p>
      </dsp:txBody>
      <dsp:txXfrm>
        <a:off x="5678730" y="1631"/>
        <a:ext cx="2135730" cy="1281438"/>
      </dsp:txXfrm>
    </dsp:sp>
    <dsp:sp modelId="{E61F0B61-E5F7-45B5-977C-BE70C1868B9B}">
      <dsp:nvSpPr>
        <dsp:cNvPr id="0" name=""/>
        <dsp:cNvSpPr/>
      </dsp:nvSpPr>
      <dsp:spPr>
        <a:xfrm>
          <a:off x="8028033" y="1631"/>
          <a:ext cx="2135730" cy="12814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4. what changes we will be still required to make in our projects like logging needs to be change?</a:t>
          </a:r>
        </a:p>
      </dsp:txBody>
      <dsp:txXfrm>
        <a:off x="8028033" y="1631"/>
        <a:ext cx="2135730" cy="1281438"/>
      </dsp:txXfrm>
    </dsp:sp>
    <dsp:sp modelId="{B5690CDF-8688-4DE8-9F92-F59923BBF3A9}">
      <dsp:nvSpPr>
        <dsp:cNvPr id="0" name=""/>
        <dsp:cNvSpPr/>
      </dsp:nvSpPr>
      <dsp:spPr>
        <a:xfrm>
          <a:off x="980123" y="1496643"/>
          <a:ext cx="2135730" cy="128143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5. How does this affect out ELK logs, what's changed and how do we browse logs with OTel? </a:t>
          </a:r>
        </a:p>
      </dsp:txBody>
      <dsp:txXfrm>
        <a:off x="980123" y="1496643"/>
        <a:ext cx="2135730" cy="1281438"/>
      </dsp:txXfrm>
    </dsp:sp>
    <dsp:sp modelId="{0AE570D0-C3E6-43D8-9981-A908F1811AD8}">
      <dsp:nvSpPr>
        <dsp:cNvPr id="0" name=""/>
        <dsp:cNvSpPr/>
      </dsp:nvSpPr>
      <dsp:spPr>
        <a:xfrm>
          <a:off x="3329426" y="1496643"/>
          <a:ext cx="2135730" cy="12814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6. Previously there was some discussion about logging to Console for Openshift, will we no longer get log files?</a:t>
          </a:r>
        </a:p>
      </dsp:txBody>
      <dsp:txXfrm>
        <a:off x="3329426" y="1496643"/>
        <a:ext cx="2135730" cy="1281438"/>
      </dsp:txXfrm>
    </dsp:sp>
    <dsp:sp modelId="{259B6B7F-D993-4979-8342-43DB63CC9A83}">
      <dsp:nvSpPr>
        <dsp:cNvPr id="0" name=""/>
        <dsp:cNvSpPr/>
      </dsp:nvSpPr>
      <dsp:spPr>
        <a:xfrm>
          <a:off x="5678730" y="1496643"/>
          <a:ext cx="2135730" cy="12814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7. Is Kibana the only way to view logs in openshift(prod, for eg. since we probably won't be allowed to see log stream in the openshift console)</a:t>
          </a:r>
        </a:p>
      </dsp:txBody>
      <dsp:txXfrm>
        <a:off x="5678730" y="1496643"/>
        <a:ext cx="2135730" cy="1281438"/>
      </dsp:txXfrm>
    </dsp:sp>
    <dsp:sp modelId="{BB5BC4BF-AE3A-4DE7-AB1E-8C351C6ADE49}">
      <dsp:nvSpPr>
        <dsp:cNvPr id="0" name=""/>
        <dsp:cNvSpPr/>
      </dsp:nvSpPr>
      <dsp:spPr>
        <a:xfrm>
          <a:off x="8028033" y="1496643"/>
          <a:ext cx="2135730" cy="12814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8. OTel has now enabled "tracing" I assume, can we get a brief idea on how its different/better than plane logging?</a:t>
          </a:r>
        </a:p>
      </dsp:txBody>
      <dsp:txXfrm>
        <a:off x="8028033" y="1496643"/>
        <a:ext cx="2135730" cy="1281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D26C8-957F-4F94-A740-862BED2FD9CC}" type="datetimeFigureOut">
              <a:rPr lang="en-IN" smtClean="0"/>
              <a:t>06-03-2024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25ABF-D1A1-4E8E-9F0A-CD8EDAF6E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038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5ABF-D1A1-4E8E-9F0A-CD8EDAF6E6F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55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5ABF-D1A1-4E8E-9F0A-CD8EDAF6E6F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590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5ABF-D1A1-4E8E-9F0A-CD8EDAF6E6F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2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5ABF-D1A1-4E8E-9F0A-CD8EDAF6E6F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110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25ABF-D1A1-4E8E-9F0A-CD8EDAF6E6F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90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382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8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72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25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7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81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9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7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7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81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4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68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7E347D-B32A-4759-B7FF-FD25A9AEE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48" y="-17141"/>
            <a:ext cx="12188952" cy="6875141"/>
          </a:xfrm>
          <a:custGeom>
            <a:avLst/>
            <a:gdLst>
              <a:gd name="connsiteX0" fmla="*/ 1488154 w 12188952"/>
              <a:gd name="connsiteY0" fmla="*/ 3508108 h 6875141"/>
              <a:gd name="connsiteX1" fmla="*/ 1292116 w 12188952"/>
              <a:gd name="connsiteY1" fmla="*/ 3704145 h 6875141"/>
              <a:gd name="connsiteX2" fmla="*/ 1488154 w 12188952"/>
              <a:gd name="connsiteY2" fmla="*/ 3900182 h 6875141"/>
              <a:gd name="connsiteX3" fmla="*/ 1684192 w 12188952"/>
              <a:gd name="connsiteY3" fmla="*/ 3704145 h 6875141"/>
              <a:gd name="connsiteX4" fmla="*/ 1488154 w 12188952"/>
              <a:gd name="connsiteY4" fmla="*/ 3508108 h 6875141"/>
              <a:gd name="connsiteX5" fmla="*/ 12188951 w 12188952"/>
              <a:gd name="connsiteY5" fmla="*/ 3213837 h 6875141"/>
              <a:gd name="connsiteX6" fmla="*/ 11900948 w 12188952"/>
              <a:gd name="connsiteY6" fmla="*/ 3213837 h 6875141"/>
              <a:gd name="connsiteX7" fmla="*/ 10063117 w 12188952"/>
              <a:gd name="connsiteY7" fmla="*/ 5051668 h 6875141"/>
              <a:gd name="connsiteX8" fmla="*/ 10063117 w 12188952"/>
              <a:gd name="connsiteY8" fmla="*/ 6875141 h 6875141"/>
              <a:gd name="connsiteX9" fmla="*/ 12073153 w 12188952"/>
              <a:gd name="connsiteY9" fmla="*/ 6875141 h 6875141"/>
              <a:gd name="connsiteX10" fmla="*/ 12083467 w 12188952"/>
              <a:gd name="connsiteY10" fmla="*/ 6874620 h 6875141"/>
              <a:gd name="connsiteX11" fmla="*/ 12188951 w 12188952"/>
              <a:gd name="connsiteY11" fmla="*/ 6858522 h 6875141"/>
              <a:gd name="connsiteX12" fmla="*/ 12188951 w 12188952"/>
              <a:gd name="connsiteY12" fmla="*/ 6280730 h 6875141"/>
              <a:gd name="connsiteX13" fmla="*/ 12188952 w 12188952"/>
              <a:gd name="connsiteY13" fmla="*/ 6280729 h 6875141"/>
              <a:gd name="connsiteX14" fmla="*/ 12188952 w 12188952"/>
              <a:gd name="connsiteY14" fmla="*/ 3832194 h 6875141"/>
              <a:gd name="connsiteX15" fmla="*/ 12188951 w 12188952"/>
              <a:gd name="connsiteY15" fmla="*/ 3832194 h 6875141"/>
              <a:gd name="connsiteX16" fmla="*/ 0 w 12188952"/>
              <a:gd name="connsiteY16" fmla="*/ 2798382 h 6875141"/>
              <a:gd name="connsiteX17" fmla="*/ 0 w 12188952"/>
              <a:gd name="connsiteY17" fmla="*/ 4217834 h 6875141"/>
              <a:gd name="connsiteX18" fmla="*/ 10291 w 12188952"/>
              <a:gd name="connsiteY18" fmla="*/ 4210345 h 6875141"/>
              <a:gd name="connsiteX19" fmla="*/ 460407 w 12188952"/>
              <a:gd name="connsiteY19" fmla="*/ 3508108 h 6875141"/>
              <a:gd name="connsiteX20" fmla="*/ 10291 w 12188952"/>
              <a:gd name="connsiteY20" fmla="*/ 2805871 h 6875141"/>
              <a:gd name="connsiteX21" fmla="*/ 11563230 w 12188952"/>
              <a:gd name="connsiteY21" fmla="*/ 603215 h 6875141"/>
              <a:gd name="connsiteX22" fmla="*/ 11381044 w 12188952"/>
              <a:gd name="connsiteY22" fmla="*/ 620944 h 6875141"/>
              <a:gd name="connsiteX23" fmla="*/ 11546600 w 12188952"/>
              <a:gd name="connsiteY23" fmla="*/ 1418331 h 6875141"/>
              <a:gd name="connsiteX24" fmla="*/ 12161801 w 12188952"/>
              <a:gd name="connsiteY24" fmla="*/ 1601617 h 6875141"/>
              <a:gd name="connsiteX25" fmla="*/ 12185891 w 12188952"/>
              <a:gd name="connsiteY25" fmla="*/ 1600043 h 6875141"/>
              <a:gd name="connsiteX26" fmla="*/ 12185891 w 12188952"/>
              <a:gd name="connsiteY26" fmla="*/ 795119 h 6875141"/>
              <a:gd name="connsiteX27" fmla="*/ 12178431 w 12188952"/>
              <a:gd name="connsiteY27" fmla="*/ 786500 h 6875141"/>
              <a:gd name="connsiteX28" fmla="*/ 11563230 w 12188952"/>
              <a:gd name="connsiteY28" fmla="*/ 603215 h 6875141"/>
              <a:gd name="connsiteX29" fmla="*/ 1368216 w 12188952"/>
              <a:gd name="connsiteY29" fmla="*/ 0 h 6875141"/>
              <a:gd name="connsiteX30" fmla="*/ 0 w 12188952"/>
              <a:gd name="connsiteY30" fmla="*/ 0 h 6875141"/>
              <a:gd name="connsiteX31" fmla="*/ 0 w 12188952"/>
              <a:gd name="connsiteY31" fmla="*/ 1368215 h 6875141"/>
              <a:gd name="connsiteX32" fmla="*/ 1372241 w 12188952"/>
              <a:gd name="connsiteY32" fmla="*/ 2740456 h 6875141"/>
              <a:gd name="connsiteX33" fmla="*/ 2740456 w 12188952"/>
              <a:gd name="connsiteY33" fmla="*/ 2740456 h 6875141"/>
              <a:gd name="connsiteX34" fmla="*/ 2740456 w 12188952"/>
              <a:gd name="connsiteY34" fmla="*/ 1372240 h 6875141"/>
              <a:gd name="connsiteX35" fmla="*/ 1368216 w 12188952"/>
              <a:gd name="connsiteY35" fmla="*/ 0 h 6875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2188952" h="6875141">
                <a:moveTo>
                  <a:pt x="1488154" y="3508108"/>
                </a:moveTo>
                <a:cubicBezTo>
                  <a:pt x="1379885" y="3508108"/>
                  <a:pt x="1292116" y="3595877"/>
                  <a:pt x="1292116" y="3704145"/>
                </a:cubicBezTo>
                <a:cubicBezTo>
                  <a:pt x="1292116" y="3812413"/>
                  <a:pt x="1379885" y="3900182"/>
                  <a:pt x="1488154" y="3900182"/>
                </a:cubicBezTo>
                <a:cubicBezTo>
                  <a:pt x="1596423" y="3900182"/>
                  <a:pt x="1684192" y="3812413"/>
                  <a:pt x="1684192" y="3704145"/>
                </a:cubicBezTo>
                <a:cubicBezTo>
                  <a:pt x="1684192" y="3595877"/>
                  <a:pt x="1596423" y="3508108"/>
                  <a:pt x="1488154" y="3508108"/>
                </a:cubicBezTo>
                <a:close/>
                <a:moveTo>
                  <a:pt x="12188951" y="3213837"/>
                </a:moveTo>
                <a:lnTo>
                  <a:pt x="11900948" y="3213837"/>
                </a:lnTo>
                <a:cubicBezTo>
                  <a:pt x="10885931" y="3213837"/>
                  <a:pt x="10063117" y="4036651"/>
                  <a:pt x="10063117" y="5051668"/>
                </a:cubicBezTo>
                <a:lnTo>
                  <a:pt x="10063117" y="6875141"/>
                </a:lnTo>
                <a:lnTo>
                  <a:pt x="12073153" y="6875141"/>
                </a:lnTo>
                <a:lnTo>
                  <a:pt x="12083467" y="6874620"/>
                </a:lnTo>
                <a:lnTo>
                  <a:pt x="12188951" y="6858522"/>
                </a:lnTo>
                <a:lnTo>
                  <a:pt x="12188951" y="6280730"/>
                </a:lnTo>
                <a:lnTo>
                  <a:pt x="12188952" y="6280729"/>
                </a:lnTo>
                <a:lnTo>
                  <a:pt x="12188952" y="3832194"/>
                </a:lnTo>
                <a:lnTo>
                  <a:pt x="12188951" y="3832194"/>
                </a:lnTo>
                <a:close/>
                <a:moveTo>
                  <a:pt x="0" y="2798382"/>
                </a:moveTo>
                <a:lnTo>
                  <a:pt x="0" y="4217834"/>
                </a:lnTo>
                <a:lnTo>
                  <a:pt x="10291" y="4210345"/>
                </a:lnTo>
                <a:cubicBezTo>
                  <a:pt x="100314" y="4143505"/>
                  <a:pt x="460407" y="3854496"/>
                  <a:pt x="460407" y="3508108"/>
                </a:cubicBezTo>
                <a:cubicBezTo>
                  <a:pt x="460407" y="3161721"/>
                  <a:pt x="100314" y="2872711"/>
                  <a:pt x="10291" y="2805871"/>
                </a:cubicBezTo>
                <a:close/>
                <a:moveTo>
                  <a:pt x="11563230" y="603215"/>
                </a:moveTo>
                <a:cubicBezTo>
                  <a:pt x="11455784" y="606833"/>
                  <a:pt x="11381044" y="620944"/>
                  <a:pt x="11381044" y="620944"/>
                </a:cubicBezTo>
                <a:cubicBezTo>
                  <a:pt x="11381044" y="620944"/>
                  <a:pt x="11280695" y="1152426"/>
                  <a:pt x="11546600" y="1418331"/>
                </a:cubicBezTo>
                <a:cubicBezTo>
                  <a:pt x="11712792" y="1584523"/>
                  <a:pt x="11982723" y="1607645"/>
                  <a:pt x="12161801" y="1601617"/>
                </a:cubicBezTo>
                <a:lnTo>
                  <a:pt x="12185891" y="1600043"/>
                </a:lnTo>
                <a:lnTo>
                  <a:pt x="12185891" y="795119"/>
                </a:lnTo>
                <a:lnTo>
                  <a:pt x="12178431" y="786500"/>
                </a:lnTo>
                <a:cubicBezTo>
                  <a:pt x="12012240" y="620309"/>
                  <a:pt x="11742309" y="597187"/>
                  <a:pt x="11563230" y="603215"/>
                </a:cubicBezTo>
                <a:close/>
                <a:moveTo>
                  <a:pt x="1368216" y="0"/>
                </a:moveTo>
                <a:lnTo>
                  <a:pt x="0" y="0"/>
                </a:lnTo>
                <a:lnTo>
                  <a:pt x="0" y="1368215"/>
                </a:lnTo>
                <a:cubicBezTo>
                  <a:pt x="0" y="2126091"/>
                  <a:pt x="614365" y="2740456"/>
                  <a:pt x="1372241" y="2740456"/>
                </a:cubicBezTo>
                <a:lnTo>
                  <a:pt x="2740456" y="2740456"/>
                </a:lnTo>
                <a:lnTo>
                  <a:pt x="2740456" y="1372240"/>
                </a:lnTo>
                <a:cubicBezTo>
                  <a:pt x="2740456" y="614365"/>
                  <a:pt x="2126092" y="0"/>
                  <a:pt x="1368216" y="0"/>
                </a:cubicBezTo>
                <a:close/>
              </a:path>
            </a:pathLst>
          </a:custGeom>
          <a:blipFill dpi="0" rotWithShape="1">
            <a:blip r:embed="rId4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681F9FCB-1E38-43E9-8567-6292F484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Video 3" descr="Open Field With Satellite Dish">
            <a:extLst>
              <a:ext uri="{FF2B5EF4-FFF2-40B4-BE49-F238E27FC236}">
                <a16:creationId xmlns:a16="http://schemas.microsoft.com/office/drawing/2014/main" id="{9BEC4CA1-AC22-A8FE-9019-AE2DF91D27B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>
            <a:alphaModFix/>
          </a:blip>
          <a:srcRect t="259" r="-1" b="-1"/>
          <a:stretch/>
        </p:blipFill>
        <p:spPr>
          <a:xfrm>
            <a:off x="3059" y="10"/>
            <a:ext cx="12188941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687037D-D197-4CDD-BB5E-43AEE9E53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E4CCE-CB60-6098-7807-675DBC0FF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075" y="693544"/>
            <a:ext cx="6718653" cy="204788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600" b="1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Monitoring</a:t>
            </a:r>
            <a:br>
              <a:rPr lang="en-IN" sz="4600" b="1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</a:br>
            <a:r>
              <a:rPr lang="en-IN" sz="4600" b="1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lang="en-IN" sz="4600">
                <a:solidFill>
                  <a:srgbClr val="FFFFFF"/>
                </a:solidFill>
              </a:rPr>
              <a:t>OPEN TELEMETRY</a:t>
            </a:r>
            <a:endParaRPr lang="en-IN" sz="4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87E00-0FE5-CF21-3F4E-5C038080E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8053" y="693544"/>
            <a:ext cx="4262260" cy="2047881"/>
          </a:xfrm>
        </p:spPr>
        <p:txBody>
          <a:bodyPr anchor="b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By: </a:t>
            </a:r>
            <a:r>
              <a:rPr lang="en-IN" b="1" dirty="0">
                <a:solidFill>
                  <a:srgbClr val="FFFFFF"/>
                </a:solidFill>
              </a:rPr>
              <a:t>Anish Jain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7D411-C454-425C-A90F-B99A068A5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342EA8-6C28-4141-AA71-7D2D5D070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39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438A5E-0623-44C4-BA70-3BBB9D15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2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0AA5-380E-BD56-F645-15D1B2A6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733434"/>
          </a:xfrm>
        </p:spPr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C8D045-9AFB-E5C2-4FEE-46117B0713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600" y="1998922"/>
          <a:ext cx="10506991" cy="3880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762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AD04-F685-572E-EE62-C533FD405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374531"/>
          </a:xfrm>
        </p:spPr>
        <p:txBody>
          <a:bodyPr/>
          <a:lstStyle/>
          <a:p>
            <a:r>
              <a:rPr lang="en-IN" sz="3200" b="1" dirty="0" err="1"/>
              <a:t>OpenTelemetry</a:t>
            </a:r>
            <a:r>
              <a:rPr lang="en-IN" sz="3200" b="1" dirty="0"/>
              <a:t>: </a:t>
            </a:r>
            <a:r>
              <a:rPr lang="en-US" sz="3200" b="1" dirty="0"/>
              <a:t>It is framework and toolkit designed to create and manage telemetry data such as traces etc.</a:t>
            </a:r>
            <a:endParaRPr lang="en-IN" sz="32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078305-0611-522C-CF89-882FD63C36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648217"/>
              </p:ext>
            </p:extLst>
          </p:nvPr>
        </p:nvGraphicFramePr>
        <p:xfrm>
          <a:off x="482600" y="1912776"/>
          <a:ext cx="10506991" cy="3966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49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BD0D-0DA2-AD37-1B54-07B143DB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139641"/>
          </a:xfrm>
        </p:spPr>
        <p:txBody>
          <a:bodyPr/>
          <a:lstStyle/>
          <a:p>
            <a:r>
              <a:rPr lang="en-US" sz="3200" b="1" i="0" dirty="0">
                <a:effectLst/>
                <a:latin typeface="Lato" panose="020F0502020204030203" pitchFamily="34" charset="0"/>
              </a:rPr>
              <a:t>What is </a:t>
            </a:r>
            <a:r>
              <a:rPr lang="en-US" sz="3200" b="1" i="0" dirty="0" err="1">
                <a:effectLst/>
                <a:latin typeface="Lato" panose="020F0502020204030203" pitchFamily="34" charset="0"/>
              </a:rPr>
              <a:t>OpenTelemetry</a:t>
            </a:r>
            <a:r>
              <a:rPr lang="en-US" sz="3200" b="1" i="0" dirty="0">
                <a:effectLst/>
                <a:latin typeface="Lato" panose="020F0502020204030203" pitchFamily="34" charset="0"/>
              </a:rPr>
              <a:t> used for?</a:t>
            </a:r>
            <a:br>
              <a:rPr lang="en-US" sz="3200" b="1" i="0" dirty="0">
                <a:effectLst/>
                <a:latin typeface="Lato" panose="020F0502020204030203" pitchFamily="34" charset="0"/>
              </a:rPr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EF292-05C4-ECFA-32DA-A0DE7A75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96752"/>
            <a:ext cx="4259521" cy="1139641"/>
          </a:xfrm>
        </p:spPr>
        <p:txBody>
          <a:bodyPr/>
          <a:lstStyle/>
          <a:p>
            <a:r>
              <a:rPr lang="en-IN" dirty="0"/>
              <a:t>- </a:t>
            </a:r>
            <a:r>
              <a:rPr lang="en-IN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respond quickly to incidents </a:t>
            </a:r>
          </a:p>
          <a:p>
            <a:r>
              <a:rPr lang="en-IN" dirty="0">
                <a:solidFill>
                  <a:srgbClr val="333333"/>
                </a:solidFill>
                <a:latin typeface="Lato" panose="020F0502020204030203" pitchFamily="34" charset="0"/>
              </a:rPr>
              <a:t>- </a:t>
            </a:r>
            <a:r>
              <a:rPr lang="en-IN" b="0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understand the full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94EE97-361D-0544-67EE-1474C406FECC}"/>
              </a:ext>
            </a:extLst>
          </p:cNvPr>
          <p:cNvSpPr txBox="1">
            <a:spLocks/>
          </p:cNvSpPr>
          <p:nvPr/>
        </p:nvSpPr>
        <p:spPr>
          <a:xfrm>
            <a:off x="482600" y="3211250"/>
            <a:ext cx="3291958" cy="1139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333333"/>
                </a:solidFill>
                <a:latin typeface="Lato" panose="020F0502020204030203" pitchFamily="34" charset="0"/>
              </a:rPr>
              <a:t>The Three Types of Telemetry</a:t>
            </a:r>
            <a:endParaRPr lang="en-IN" sz="32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6125AD-8628-4CDD-696A-998FF585CDDC}"/>
              </a:ext>
            </a:extLst>
          </p:cNvPr>
          <p:cNvSpPr txBox="1">
            <a:spLocks/>
          </p:cNvSpPr>
          <p:nvPr/>
        </p:nvSpPr>
        <p:spPr>
          <a:xfrm>
            <a:off x="482600" y="4579415"/>
            <a:ext cx="10506991" cy="14322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- Log</a:t>
            </a:r>
          </a:p>
          <a:p>
            <a:r>
              <a:rPr lang="en-IN" dirty="0"/>
              <a:t>- Metrics</a:t>
            </a:r>
          </a:p>
          <a:p>
            <a:r>
              <a:rPr lang="en-IN" dirty="0"/>
              <a:t> - Traces</a:t>
            </a:r>
          </a:p>
        </p:txBody>
      </p:sp>
      <p:pic>
        <p:nvPicPr>
          <p:cNvPr id="1026" name="Picture 2" descr="Jaeger UI">
            <a:extLst>
              <a:ext uri="{FF2B5EF4-FFF2-40B4-BE49-F238E27FC236}">
                <a16:creationId xmlns:a16="http://schemas.microsoft.com/office/drawing/2014/main" id="{762ABF63-642D-834D-3775-A600AD0BD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930" y="2996073"/>
            <a:ext cx="7605823" cy="301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12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352F-1EA7-3041-CBE6-CC8BFF3B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26FB-6C3C-BBFE-54F9-010BF046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70064"/>
            <a:ext cx="10634472" cy="1139641"/>
          </a:xfrm>
        </p:spPr>
        <p:txBody>
          <a:bodyPr/>
          <a:lstStyle/>
          <a:p>
            <a:r>
              <a:rPr lang="en-IN" sz="3200" dirty="0"/>
              <a:t>Distributed Tracing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C48C0B-A23A-4902-3099-3D38CF359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118049"/>
            <a:ext cx="10920590" cy="391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6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1BD8D-A841-FAEE-5CCC-025532F6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12EE356-A629-4F1A-9BAD-E21B3B10D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B7ED41-F3D7-4286-AD0B-B4A216D7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410" y="489853"/>
            <a:ext cx="3990149" cy="5858102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44C18-F92D-7BF1-9CE5-889ED608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55" y="976152"/>
            <a:ext cx="3555211" cy="5024920"/>
          </a:xfrm>
        </p:spPr>
        <p:txBody>
          <a:bodyPr anchor="ctr">
            <a:normAutofit/>
          </a:bodyPr>
          <a:lstStyle/>
          <a:p>
            <a:r>
              <a:rPr lang="en-US" b="1" i="0">
                <a:effectLst/>
                <a:latin typeface="Lato" panose="020F0502020204030203" pitchFamily="34" charset="0"/>
              </a:rPr>
              <a:t>OTEL collector</a:t>
            </a:r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317483B-E60B-4F41-9448-D757B9FCD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B44B66-1945-4638-8E9A-4F49493D7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1ADFDA-D46C-A110-D97A-B70C9E321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453764"/>
              </p:ext>
            </p:extLst>
          </p:nvPr>
        </p:nvGraphicFramePr>
        <p:xfrm>
          <a:off x="4796496" y="636527"/>
          <a:ext cx="6833175" cy="5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66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7365-A47D-7468-74C0-0D6D7368B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1B09-BAC6-A6E9-0C28-25D600FA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139641"/>
          </a:xfrm>
        </p:spPr>
        <p:txBody>
          <a:bodyPr/>
          <a:lstStyle/>
          <a:p>
            <a:r>
              <a:rPr lang="en-US" sz="3200" b="1" i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Pipelines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B09B8-8892-26DE-B05C-F4AC044BC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5103" y="2474338"/>
            <a:ext cx="10351969" cy="3405254"/>
          </a:xfrm>
        </p:spPr>
      </p:pic>
    </p:spTree>
    <p:extLst>
      <p:ext uri="{BB962C8B-B14F-4D97-AF65-F5344CB8AC3E}">
        <p14:creationId xmlns:p14="http://schemas.microsoft.com/office/powerpoint/2010/main" val="186724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3E32-7476-AB60-7A67-1CBF1EC4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5D3E-54CF-9671-062F-78CFD945E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1139641"/>
          </a:xfrm>
        </p:spPr>
        <p:txBody>
          <a:bodyPr/>
          <a:lstStyle/>
          <a:p>
            <a:r>
              <a:rPr lang="en-US" sz="3200" b="1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O</a:t>
            </a:r>
            <a:r>
              <a:rPr lang="en-US" sz="3200" b="1" dirty="0">
                <a:solidFill>
                  <a:srgbClr val="333333"/>
                </a:solidFill>
                <a:latin typeface="Lato" panose="020F0502020204030203" pitchFamily="34" charset="0"/>
              </a:rPr>
              <a:t>pen 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Telemetry Libraries</a:t>
            </a:r>
            <a:endParaRPr lang="en-IN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87DD4A-21F6-D46F-4F40-DE6217AF29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600" y="1996752"/>
          <a:ext cx="10506991" cy="3882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185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6344BD5-7F98-1228-1B75-F2036D72D973}"/>
              </a:ext>
            </a:extLst>
          </p:cNvPr>
          <p:cNvSpPr/>
          <p:nvPr/>
        </p:nvSpPr>
        <p:spPr>
          <a:xfrm>
            <a:off x="1256404" y="2337401"/>
            <a:ext cx="3561907" cy="3646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POD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C24D76-D08B-117E-CFE6-456F05B7F1CA}"/>
              </a:ext>
            </a:extLst>
          </p:cNvPr>
          <p:cNvSpPr/>
          <p:nvPr/>
        </p:nvSpPr>
        <p:spPr>
          <a:xfrm>
            <a:off x="1104004" y="2185001"/>
            <a:ext cx="3561907" cy="3646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POD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201293-C154-3B51-B514-E5B1155384B8}"/>
              </a:ext>
            </a:extLst>
          </p:cNvPr>
          <p:cNvSpPr/>
          <p:nvPr/>
        </p:nvSpPr>
        <p:spPr>
          <a:xfrm>
            <a:off x="946292" y="2020197"/>
            <a:ext cx="3561907" cy="3646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POD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                           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93A365-782B-919C-0B8D-67199A2C36A0}"/>
              </a:ext>
            </a:extLst>
          </p:cNvPr>
          <p:cNvSpPr/>
          <p:nvPr/>
        </p:nvSpPr>
        <p:spPr>
          <a:xfrm>
            <a:off x="1414125" y="2445499"/>
            <a:ext cx="2647507" cy="156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AssetTagAPI</a:t>
            </a:r>
            <a:r>
              <a:rPr lang="en-IN" dirty="0">
                <a:solidFill>
                  <a:schemeClr val="tx1"/>
                </a:solidFill>
              </a:rPr>
              <a:t>/Service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1AB040-AF48-B636-DA74-8750218CC5B4}"/>
              </a:ext>
            </a:extLst>
          </p:cNvPr>
          <p:cNvSpPr/>
          <p:nvPr/>
        </p:nvSpPr>
        <p:spPr>
          <a:xfrm>
            <a:off x="1403491" y="4359358"/>
            <a:ext cx="2647507" cy="7938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OTEL Collector (side-car)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7648-8E20-AF59-FFE2-53B0225051C5}"/>
              </a:ext>
            </a:extLst>
          </p:cNvPr>
          <p:cNvSpPr/>
          <p:nvPr/>
        </p:nvSpPr>
        <p:spPr>
          <a:xfrm>
            <a:off x="5596264" y="1818177"/>
            <a:ext cx="1389321" cy="449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KAFKA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6CF18-52D0-7356-C5F3-89A69148F9C0}"/>
              </a:ext>
            </a:extLst>
          </p:cNvPr>
          <p:cNvSpPr/>
          <p:nvPr/>
        </p:nvSpPr>
        <p:spPr>
          <a:xfrm>
            <a:off x="8339481" y="1818178"/>
            <a:ext cx="2438394" cy="2190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KIBANA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E984DB-3D3A-E4DB-A815-453827C3CF38}"/>
              </a:ext>
            </a:extLst>
          </p:cNvPr>
          <p:cNvSpPr/>
          <p:nvPr/>
        </p:nvSpPr>
        <p:spPr>
          <a:xfrm>
            <a:off x="8846290" y="4582640"/>
            <a:ext cx="1389322" cy="401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097E8D3-5E5C-812B-A4B2-4957D1639C79}"/>
              </a:ext>
            </a:extLst>
          </p:cNvPr>
          <p:cNvSpPr/>
          <p:nvPr/>
        </p:nvSpPr>
        <p:spPr>
          <a:xfrm>
            <a:off x="8867563" y="5911712"/>
            <a:ext cx="1389322" cy="401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0BCC80-A16F-C321-08BE-F2F111B395AD}"/>
              </a:ext>
            </a:extLst>
          </p:cNvPr>
          <p:cNvCxnSpPr>
            <a:stCxn id="9" idx="2"/>
            <a:endCxn id="10" idx="2"/>
          </p:cNvCxnSpPr>
          <p:nvPr/>
        </p:nvCxnSpPr>
        <p:spPr>
          <a:xfrm>
            <a:off x="8846290" y="4783329"/>
            <a:ext cx="21273" cy="1329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E367B1-0D0C-BF0B-EC61-F632F96C69C3}"/>
              </a:ext>
            </a:extLst>
          </p:cNvPr>
          <p:cNvCxnSpPr>
            <a:stCxn id="9" idx="6"/>
            <a:endCxn id="10" idx="6"/>
          </p:cNvCxnSpPr>
          <p:nvPr/>
        </p:nvCxnSpPr>
        <p:spPr>
          <a:xfrm>
            <a:off x="10235612" y="4783329"/>
            <a:ext cx="21273" cy="1329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E419DD-41FF-00FF-0B22-678DE83018F4}"/>
              </a:ext>
            </a:extLst>
          </p:cNvPr>
          <p:cNvCxnSpPr>
            <a:stCxn id="5" idx="2"/>
          </p:cNvCxnSpPr>
          <p:nvPr/>
        </p:nvCxnSpPr>
        <p:spPr>
          <a:xfrm flipH="1">
            <a:off x="2732567" y="4008485"/>
            <a:ext cx="5312" cy="35087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E2719B-E05B-09EA-B3DF-428C33370C3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061632" y="4065633"/>
            <a:ext cx="1534632" cy="717696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BF8351-F3AA-8288-D345-1AEC6C4D2588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985585" y="2913332"/>
            <a:ext cx="1353896" cy="1152301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9E49E7-E3F0-63A0-5D5C-B24EC6E68A7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9540951" y="4008485"/>
            <a:ext cx="17727" cy="574155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7D2ED3E5-DC89-C700-50E6-175AAA15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21015"/>
            <a:ext cx="10634472" cy="1139641"/>
          </a:xfrm>
        </p:spPr>
        <p:txBody>
          <a:bodyPr/>
          <a:lstStyle/>
          <a:p>
            <a:r>
              <a:rPr lang="en-US" sz="3200" b="1" i="0" dirty="0">
                <a:solidFill>
                  <a:srgbClr val="333333"/>
                </a:solidFill>
                <a:effectLst/>
                <a:latin typeface="Lato" panose="020F0502020204030203" pitchFamily="34" charset="0"/>
              </a:rPr>
              <a:t>Current implementation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31928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8FA233-30DB-4D0A-BF51-78D03F79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arget with various rings of accuracy">
            <a:extLst>
              <a:ext uri="{FF2B5EF4-FFF2-40B4-BE49-F238E27FC236}">
                <a16:creationId xmlns:a16="http://schemas.microsoft.com/office/drawing/2014/main" id="{38BD530B-BF6B-89F6-58D9-84926749B3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78" r="-1" b="15430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89012F3-E872-4965-8202-7945C4E70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4E56A8-93D5-4BE3-AE61-84677331A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42DB23F-578C-4EE7-8963-3BA228C67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4" y="3205874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8943F-EA17-1987-3BC2-964AC7C4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732032"/>
            <a:ext cx="6650871" cy="27363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DEMO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492A0C-1773-477B-83B5-C707CB05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49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18D5F1-911E-4BCF-9AF0-F3A54D7C0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4EE41-863A-4DE9-9A51-4F014D68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416" y="485369"/>
            <a:ext cx="11147071" cy="246083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BA9DC-C400-0EB5-6CC7-3FA9416F2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976160"/>
            <a:ext cx="10361960" cy="1493871"/>
          </a:xfrm>
        </p:spPr>
        <p:txBody>
          <a:bodyPr>
            <a:normAutofit/>
          </a:bodyPr>
          <a:lstStyle/>
          <a:p>
            <a:r>
              <a:rPr lang="en-IN" dirty="0"/>
              <a:t>Questions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850E05-3320-4817-99CE-D56547FCA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990BBA-8A0B-4EF5-A122-0815DEC19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A9946C-C93A-4350-AC54-937723F6B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F5581C-909F-FC8E-A812-EB549C915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185028"/>
              </p:ext>
            </p:extLst>
          </p:nvPr>
        </p:nvGraphicFramePr>
        <p:xfrm>
          <a:off x="482600" y="3098800"/>
          <a:ext cx="11143887" cy="277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553784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5E2"/>
      </a:lt2>
      <a:accent1>
        <a:srgbClr val="2581C7"/>
      </a:accent1>
      <a:accent2>
        <a:srgbClr val="2DB2B4"/>
      </a:accent2>
      <a:accent3>
        <a:srgbClr val="374FD9"/>
      </a:accent3>
      <a:accent4>
        <a:srgbClr val="C73E25"/>
      </a:accent4>
      <a:accent5>
        <a:srgbClr val="D99337"/>
      </a:accent5>
      <a:accent6>
        <a:srgbClr val="A9A71F"/>
      </a:accent6>
      <a:hlink>
        <a:srgbClr val="B7723D"/>
      </a:hlink>
      <a:folHlink>
        <a:srgbClr val="7F7F7F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433</Words>
  <Application>Microsoft Office PowerPoint</Application>
  <PresentationFormat>Widescreen</PresentationFormat>
  <Paragraphs>99</Paragraphs>
  <Slides>11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Lato</vt:lpstr>
      <vt:lpstr>Seaford</vt:lpstr>
      <vt:lpstr>LevelVTI</vt:lpstr>
      <vt:lpstr>Monitoring using OPEN TELEMETRY</vt:lpstr>
      <vt:lpstr>Agenda</vt:lpstr>
      <vt:lpstr>OpenTelemetry: It is framework and toolkit designed to create and manage telemetry data such as traces etc.</vt:lpstr>
      <vt:lpstr>What is OpenTelemetry used for? </vt:lpstr>
      <vt:lpstr>Distributed Tracing</vt:lpstr>
      <vt:lpstr>OTEL collector</vt:lpstr>
      <vt:lpstr>Pipelines</vt:lpstr>
      <vt:lpstr>Open Telemetry Libraries</vt:lpstr>
      <vt:lpstr>Current implementation</vt:lpstr>
      <vt:lpstr>DEMO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using OPEN TELEMETRY</dc:title>
  <dc:creator>Anish Jain</dc:creator>
  <cp:lastModifiedBy>Anish Jain</cp:lastModifiedBy>
  <cp:revision>17</cp:revision>
  <dcterms:created xsi:type="dcterms:W3CDTF">2024-03-02T14:06:51Z</dcterms:created>
  <dcterms:modified xsi:type="dcterms:W3CDTF">2024-03-06T14:59:33Z</dcterms:modified>
</cp:coreProperties>
</file>