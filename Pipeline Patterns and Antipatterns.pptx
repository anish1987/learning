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23"/>
  </p:notesMasterIdLst>
  <p:sldIdLst>
    <p:sldId id="7882" r:id="rId3"/>
    <p:sldId id="8000" r:id="rId4"/>
    <p:sldId id="8013" r:id="rId5"/>
    <p:sldId id="8015" r:id="rId6"/>
    <p:sldId id="8017" r:id="rId7"/>
    <p:sldId id="8016" r:id="rId8"/>
    <p:sldId id="8018" r:id="rId9"/>
    <p:sldId id="8019" r:id="rId10"/>
    <p:sldId id="8020" r:id="rId11"/>
    <p:sldId id="8021" r:id="rId12"/>
    <p:sldId id="8023" r:id="rId13"/>
    <p:sldId id="8024" r:id="rId14"/>
    <p:sldId id="8026" r:id="rId15"/>
    <p:sldId id="8027" r:id="rId16"/>
    <p:sldId id="8028" r:id="rId17"/>
    <p:sldId id="8029" r:id="rId18"/>
    <p:sldId id="8030" r:id="rId19"/>
    <p:sldId id="8032" r:id="rId20"/>
    <p:sldId id="8001" r:id="rId21"/>
    <p:sldId id="8012"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6" d="100"/>
          <a:sy n="76" d="100"/>
        </p:scale>
        <p:origin x="62"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FA3CA29-C67C-486E-8BDC-44D9B1ECF29D}" type="datetimeFigureOut">
              <a:rPr lang="en-IN" smtClean="0"/>
              <a:t>06-12-2025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A3EF77-555D-41DE-A4A4-D637ED01456D}" type="slidenum">
              <a:rPr lang="en-IN" smtClean="0"/>
              <a:t>‹#›</a:t>
            </a:fld>
            <a:endParaRPr lang="en-IN"/>
          </a:p>
        </p:txBody>
      </p:sp>
    </p:spTree>
    <p:extLst>
      <p:ext uri="{BB962C8B-B14F-4D97-AF65-F5344CB8AC3E}">
        <p14:creationId xmlns:p14="http://schemas.microsoft.com/office/powerpoint/2010/main" val="2302785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GB" sz="1200" b="0" i="0" u="none" strike="noStrike" cap="none" smtClean="0">
                <a:solidFill>
                  <a:schemeClr val="dk1"/>
                </a:solidFill>
                <a:latin typeface="Calibri"/>
                <a:ea typeface="Calibri"/>
                <a:cs typeface="Calibri"/>
                <a:sym typeface="Calibri"/>
              </a:rPr>
              <a:t>1</a:t>
            </a:fld>
            <a:endParaRPr lang="en-GB"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7022984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image" Target="../media/image6.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CEF54-BB2C-AB0E-10ED-834D414EB1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226DCC7-3BAB-B317-8699-C1E5C2CBCE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673D352-5544-F9EE-1433-65E6C56FF7AF}"/>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A41AAB25-110A-CA95-C846-6B37000EC64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A0AF1A4-A325-434D-22F9-55DD0D1A5706}"/>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613799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85DFC-D17E-950F-67B9-C9FFE07F28F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96683DF-B67E-BC57-F246-4E84CA6FC42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50AA45-F55D-82C6-4CC3-3C03BCF619CC}"/>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1A6685C6-C183-1928-3A22-2A931F7A15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BA4D7DD-B8BD-EF81-3F25-CBAFCEA41104}"/>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210665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5C0DB-0C49-190A-F235-76C2469340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F39FC5B-2864-D6B0-5405-1E96931C73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3EEF16-2B11-7B0F-9301-379304769019}"/>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E620FC4C-7371-DBBB-77C7-AF7D75862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5D13F3-5EB4-EE60-F903-9E50D280FEFF}"/>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627157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02C3F-C857-401F-8222-8A9CF9888A2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2890BC-E2B8-34EE-0DBC-D64EAF42AE8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2B655E6-9B43-09C5-E6D2-05D06015E8A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ED4BBE3-C77C-CA06-60FE-3248F3E41428}"/>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0B95863A-281E-757C-94BC-289FA5737E9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EED625F-581F-22A2-6DBC-4D393A492F4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395380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EB66C-8920-FE41-B042-B71DDA7EC2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CFA5DD-4138-E26F-F2D4-B584496AFA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F6B224E-EC0E-61B9-F9DD-3FE8F63113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B258B65-79D4-2FAA-954F-912CFA22779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621B5A-6249-3EEB-C3CE-74AF725587E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3BF3C62-B2A0-A8C6-5C23-EC932428BF2C}"/>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8" name="Footer Placeholder 7">
            <a:extLst>
              <a:ext uri="{FF2B5EF4-FFF2-40B4-BE49-F238E27FC236}">
                <a16:creationId xmlns:a16="http://schemas.microsoft.com/office/drawing/2014/main" id="{3F5F86DE-4882-319C-50E8-0E4525BE73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14C42F-B0B3-FF21-76F2-EB94856510EB}"/>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504981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18198-E553-6CA9-D594-0E2B7F3FCF5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41F770C-96E4-8606-C68E-FB3B6E1B1E79}"/>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4" name="Footer Placeholder 3">
            <a:extLst>
              <a:ext uri="{FF2B5EF4-FFF2-40B4-BE49-F238E27FC236}">
                <a16:creationId xmlns:a16="http://schemas.microsoft.com/office/drawing/2014/main" id="{9A816DEB-0C7C-07E7-819F-28ED758B75F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A9A473A-4215-9161-5689-C47D3195F3D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2767660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081A8D7-7CAE-EAE1-C69A-C36FA39A174A}"/>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3" name="Footer Placeholder 2">
            <a:extLst>
              <a:ext uri="{FF2B5EF4-FFF2-40B4-BE49-F238E27FC236}">
                <a16:creationId xmlns:a16="http://schemas.microsoft.com/office/drawing/2014/main" id="{B86BE38F-27CE-3114-A178-E0B37DE69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75ABC7C-9C59-7A28-CCC7-5FFAF2A911D6}"/>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1758032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8D766D-A441-FAE4-A962-F1BACB27A3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65DA6AC-EFE4-98A8-BF8A-BB2206AB1F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6EC97F64-9616-D189-0339-38630D161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1B34959-D2B1-0F00-FE5D-3E68B29A2A8D}"/>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13D14195-574A-294B-2032-889B1550A3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663495-D238-5FB4-0EFD-0ED4F97AD111}"/>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1629261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9BC32-E04C-9F20-5888-4BC0B75AC3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FCDEF2A-8913-DC0D-3DA2-4D271270A02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FB1B0F7-092C-BDE4-E8D8-9AC0B3A770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1F3693-D0E5-F59F-5AB8-234F1AD81445}"/>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6" name="Footer Placeholder 5">
            <a:extLst>
              <a:ext uri="{FF2B5EF4-FFF2-40B4-BE49-F238E27FC236}">
                <a16:creationId xmlns:a16="http://schemas.microsoft.com/office/drawing/2014/main" id="{5D5729A9-A201-6ED9-02A3-8ABE2DB0AF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EF60A82-2A45-EF92-6BD6-0E862F23CCCE}"/>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924975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DFDFCD-B3A3-F81E-D1DB-AE42A6925B7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72F594-4CAA-7C06-B7C4-80964C30879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1AD626-B37A-3C34-9E70-4745F8F413FB}"/>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1264B6B5-801D-EAEC-BC67-40D8FED0A59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B8270C-3975-6798-14CA-F40B65783664}"/>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8423057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8E2DF90-F122-3EA2-435A-8B98E04C1CE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32D96BD-249D-53AC-2CBB-924EA955838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780FBE-BE6D-4394-8167-DF3E9634BF62}"/>
              </a:ext>
            </a:extLst>
          </p:cNvPr>
          <p:cNvSpPr>
            <a:spLocks noGrp="1"/>
          </p:cNvSpPr>
          <p:nvPr>
            <p:ph type="dt" sz="half" idx="10"/>
          </p:nvPr>
        </p:nvSpPr>
        <p:spPr/>
        <p:txBody>
          <a:body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7BFEA056-E7D3-9002-278C-55E095C112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95E65D6-063B-B228-BD3C-3D73716F2582}"/>
              </a:ext>
            </a:extLst>
          </p:cNvPr>
          <p:cNvSpPr>
            <a:spLocks noGrp="1"/>
          </p:cNvSpPr>
          <p:nvPr>
            <p:ph type="sldNum" sz="quarter" idx="12"/>
          </p:nvPr>
        </p:nvSpPr>
        <p:spPr/>
        <p:txBody>
          <a:bodyPr/>
          <a:lstStyle/>
          <a:p>
            <a:fld id="{87417E61-C870-4212-B321-8585F03E09CE}" type="slidenum">
              <a:rPr lang="en-IN" smtClean="0"/>
              <a:t>‹#›</a:t>
            </a:fld>
            <a:endParaRPr lang="en-IN"/>
          </a:p>
        </p:txBody>
      </p:sp>
    </p:spTree>
    <p:extLst>
      <p:ext uri="{BB962C8B-B14F-4D97-AF65-F5344CB8AC3E}">
        <p14:creationId xmlns:p14="http://schemas.microsoft.com/office/powerpoint/2010/main" val="30803536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8226803" cy="2387600"/>
          </a:xfrm>
        </p:spPr>
        <p:txBody>
          <a:bodyPr anchor="b"/>
          <a:lstStyle>
            <a:lvl1pPr algn="l">
              <a:defRPr sz="6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3"/>
            <a:ext cx="7145107" cy="563581"/>
          </a:xfrm>
        </p:spPr>
        <p:txBody>
          <a:bodyPr>
            <a:normAutofit/>
          </a:bodyPr>
          <a:lstStyle>
            <a:lvl1pPr marL="0" indent="0" algn="l">
              <a:buNone/>
              <a:defRPr sz="2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0103" y="6074695"/>
            <a:ext cx="2438400" cy="308863"/>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5564827" y="1456877"/>
            <a:ext cx="6627173" cy="492668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39175330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4268463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865640B-18BE-F499-9E93-F03ED27A842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9144000"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5141455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Title Image">
    <p:bg>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9144000" cy="2387600"/>
          </a:xfrm>
        </p:spPr>
        <p:txBody>
          <a:bodyPr anchor="b"/>
          <a:lstStyle>
            <a:lvl1pPr algn="l">
              <a:defRPr sz="6400">
                <a:solidFill>
                  <a:schemeClr val="bg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2"/>
            <a:ext cx="3670845" cy="1655233"/>
          </a:xfrm>
        </p:spPr>
        <p:txBody>
          <a:bodyPr>
            <a:normAutofit/>
          </a:bodyPr>
          <a:lstStyle>
            <a:lvl1pPr marL="0" indent="0" algn="l">
              <a:buNone/>
              <a:defRPr sz="2400">
                <a:solidFill>
                  <a:schemeClr val="bg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10" name="Graphic 9">
            <a:extLst>
              <a:ext uri="{FF2B5EF4-FFF2-40B4-BE49-F238E27FC236}">
                <a16:creationId xmlns:a16="http://schemas.microsoft.com/office/drawing/2014/main" id="{53CDAB6F-9CDA-C09A-F754-FDAC6DF5F9F8}"/>
              </a:ext>
            </a:extLst>
          </p:cNvPr>
          <p:cNvPicPr>
            <a:picLocks noChangeAspect="1"/>
          </p:cNvPicPr>
          <p:nvPr userDrawn="1"/>
        </p:nvPicPr>
        <p:blipFill>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500103" y="6074695"/>
            <a:ext cx="2438400" cy="308864"/>
          </a:xfrm>
          <a:prstGeom prst="rect">
            <a:avLst/>
          </a:prstGeom>
        </p:spPr>
      </p:pic>
    </p:spTree>
    <p:extLst>
      <p:ext uri="{BB962C8B-B14F-4D97-AF65-F5344CB8AC3E}">
        <p14:creationId xmlns:p14="http://schemas.microsoft.com/office/powerpoint/2010/main" val="31900935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imp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24BE9-2446-D088-B919-8590FE1B92E3}"/>
              </a:ext>
            </a:extLst>
          </p:cNvPr>
          <p:cNvSpPr>
            <a:spLocks noGrp="1"/>
          </p:cNvSpPr>
          <p:nvPr>
            <p:ph type="ctrTitle"/>
          </p:nvPr>
        </p:nvSpPr>
        <p:spPr>
          <a:xfrm>
            <a:off x="500103" y="245889"/>
            <a:ext cx="8226803" cy="2387600"/>
          </a:xfrm>
        </p:spPr>
        <p:txBody>
          <a:bodyPr anchor="b"/>
          <a:lstStyle>
            <a:lvl1pPr algn="l">
              <a:defRPr sz="6400">
                <a:solidFill>
                  <a:schemeClr val="tx1"/>
                </a:solidFill>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B2058D79-E36A-CAB8-74D1-C7AD4448A310}"/>
              </a:ext>
            </a:extLst>
          </p:cNvPr>
          <p:cNvSpPr>
            <a:spLocks noGrp="1"/>
          </p:cNvSpPr>
          <p:nvPr>
            <p:ph type="subTitle" idx="1"/>
          </p:nvPr>
        </p:nvSpPr>
        <p:spPr>
          <a:xfrm>
            <a:off x="500103" y="2965683"/>
            <a:ext cx="7145107" cy="563581"/>
          </a:xfrm>
        </p:spPr>
        <p:txBody>
          <a:bodyPr>
            <a:normAutofit/>
          </a:bodyPr>
          <a:lstStyle>
            <a:lvl1pPr marL="0" indent="0" algn="l">
              <a:buNone/>
              <a:defRPr sz="2400">
                <a:solidFill>
                  <a:schemeClr val="tx1"/>
                </a:solidFill>
              </a:defRPr>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en-GB"/>
              <a:t>Click to edit Master subtitle style</a:t>
            </a:r>
            <a:endParaRPr lang="en-US"/>
          </a:p>
        </p:txBody>
      </p:sp>
      <p:pic>
        <p:nvPicPr>
          <p:cNvPr id="5" name="Graphic 4">
            <a:extLst>
              <a:ext uri="{FF2B5EF4-FFF2-40B4-BE49-F238E27FC236}">
                <a16:creationId xmlns:a16="http://schemas.microsoft.com/office/drawing/2014/main" id="{577308BC-16A6-FE0F-1C94-589D59CB9D13}"/>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500103" y="6074695"/>
            <a:ext cx="2438400" cy="308863"/>
          </a:xfrm>
          <a:prstGeom prst="rect">
            <a:avLst/>
          </a:prstGeom>
        </p:spPr>
      </p:pic>
      <p:sp>
        <p:nvSpPr>
          <p:cNvPr id="19" name="Picture Placeholder 18">
            <a:extLst>
              <a:ext uri="{FF2B5EF4-FFF2-40B4-BE49-F238E27FC236}">
                <a16:creationId xmlns:a16="http://schemas.microsoft.com/office/drawing/2014/main" id="{905CE355-F97C-EEBD-8CA6-D3AFCDD6693B}"/>
              </a:ext>
            </a:extLst>
          </p:cNvPr>
          <p:cNvSpPr>
            <a:spLocks noGrp="1"/>
          </p:cNvSpPr>
          <p:nvPr>
            <p:ph type="pic" sz="quarter" idx="10"/>
          </p:nvPr>
        </p:nvSpPr>
        <p:spPr>
          <a:xfrm>
            <a:off x="5564827" y="1456877"/>
            <a:ext cx="6627173" cy="4926681"/>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29858313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Whi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105156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4370710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and Conten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tx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tx1"/>
                </a:solidFill>
              </a:defRPr>
            </a:lvl1pPr>
          </a:lstStyle>
          <a:p>
            <a:fld id="{7064ED63-6F5C-5942-83E2-082A9F04AE5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tx1"/>
                </a:solidFill>
              </a:defRPr>
            </a:lvl1pPr>
          </a:lstStyle>
          <a:p>
            <a:fld id="{CC0CD38E-35A1-2247-B55D-C6626AF9BA09}" type="slidenum">
              <a:rPr lang="en-US" smtClean="0"/>
              <a:pPr/>
              <a:t>‹#›</a:t>
            </a:fld>
            <a:endParaRPr lang="en-US"/>
          </a:p>
        </p:txBody>
      </p:sp>
      <p:pic>
        <p:nvPicPr>
          <p:cNvPr id="9" name="Picture 8">
            <a:extLst>
              <a:ext uri="{FF2B5EF4-FFF2-40B4-BE49-F238E27FC236}">
                <a16:creationId xmlns:a16="http://schemas.microsoft.com/office/drawing/2014/main" id="{21AFCFC0-61CB-5669-F6FB-6544D710AC8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24237167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Dark">
    <p:bg>
      <p:bgPr>
        <a:gradFill>
          <a:gsLst>
            <a:gs pos="53000">
              <a:schemeClr val="tx1"/>
            </a:gs>
            <a:gs pos="0">
              <a:srgbClr val="1D458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lvl1pPr>
              <a:defRPr>
                <a:solidFill>
                  <a:schemeClr val="bg1"/>
                </a:solidFill>
              </a:defRPr>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p:txBody>
          <a:bodyPr/>
          <a:lstStyle>
            <a:lvl1pPr>
              <a:buClr>
                <a:schemeClr val="accent1"/>
              </a:buClr>
              <a:defRPr>
                <a:solidFill>
                  <a:schemeClr val="bg1"/>
                </a:solidFill>
              </a:defRPr>
            </a:lvl1pPr>
            <a:lvl2pPr>
              <a:buClr>
                <a:schemeClr val="accent1"/>
              </a:buClr>
              <a:defRPr>
                <a:solidFill>
                  <a:schemeClr val="bg1"/>
                </a:solidFill>
              </a:defRPr>
            </a:lvl2pPr>
            <a:lvl3pPr>
              <a:buClr>
                <a:schemeClr val="accent1"/>
              </a:buClr>
              <a:defRPr>
                <a:solidFill>
                  <a:schemeClr val="bg1"/>
                </a:solidFill>
              </a:defRPr>
            </a:lvl3pPr>
            <a:lvl4pPr>
              <a:buClr>
                <a:schemeClr val="accent1"/>
              </a:buClr>
              <a:defRPr>
                <a:solidFill>
                  <a:schemeClr val="bg1"/>
                </a:solidFill>
              </a:defRPr>
            </a:lvl4pPr>
            <a:lvl5pPr>
              <a:buClr>
                <a:schemeClr val="accent1"/>
              </a:buCl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779D6F75-6C30-D546-9F6A-480A3E7FC071}"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29918647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 Cloud Cor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6044132"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6994536" y="1801368"/>
            <a:ext cx="5197465" cy="5056632"/>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207339737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Content - Cloud Corner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6044132" cy="4349749"/>
          </a:xfrm>
        </p:spPr>
        <p:txBody>
          <a:bodyPr/>
          <a:lstStyle>
            <a:lvl1pPr>
              <a:buClr>
                <a:schemeClr val="tx1"/>
              </a:buClr>
              <a:defRPr/>
            </a:lvl1pPr>
            <a:lvl2pPr>
              <a:buClr>
                <a:schemeClr val="tx1"/>
              </a:buClr>
              <a:defRPr/>
            </a:lvl2pPr>
            <a:lvl3pPr>
              <a:buClr>
                <a:schemeClr val="tx1"/>
              </a:buClr>
              <a:defRPr/>
            </a:lvl3pPr>
            <a:lvl4pPr>
              <a:buClr>
                <a:schemeClr val="tx1"/>
              </a:buClr>
              <a:defRPr/>
            </a:lvl4pPr>
            <a:lvl5pPr>
              <a:buClr>
                <a:schemeClr val="tx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Picture Placeholder 11">
            <a:extLst>
              <a:ext uri="{FF2B5EF4-FFF2-40B4-BE49-F238E27FC236}">
                <a16:creationId xmlns:a16="http://schemas.microsoft.com/office/drawing/2014/main" id="{7A9A84BA-CF94-9DAF-E4F8-052633D7CD55}"/>
              </a:ext>
            </a:extLst>
          </p:cNvPr>
          <p:cNvSpPr>
            <a:spLocks noGrp="1"/>
          </p:cNvSpPr>
          <p:nvPr>
            <p:ph type="pic" sz="quarter" idx="13"/>
          </p:nvPr>
        </p:nvSpPr>
        <p:spPr>
          <a:xfrm>
            <a:off x="6994536" y="1801368"/>
            <a:ext cx="5197465" cy="5056632"/>
          </a:xfrm>
          <a:custGeom>
            <a:avLst/>
            <a:gdLst>
              <a:gd name="connsiteX0" fmla="*/ 3898050 w 3898099"/>
              <a:gd name="connsiteY0" fmla="*/ 3792424 h 3792474"/>
              <a:gd name="connsiteX1" fmla="*/ 3898099 w 3898099"/>
              <a:gd name="connsiteY1" fmla="*/ 3792424 h 3792474"/>
              <a:gd name="connsiteX2" fmla="*/ 3898050 w 3898099"/>
              <a:gd name="connsiteY2" fmla="*/ 3792474 h 3792474"/>
              <a:gd name="connsiteX3" fmla="*/ 531417 w 3898099"/>
              <a:gd name="connsiteY3" fmla="*/ 0 h 3792474"/>
              <a:gd name="connsiteX4" fmla="*/ 2125123 w 3898099"/>
              <a:gd name="connsiteY4" fmla="*/ 0 h 3792474"/>
              <a:gd name="connsiteX5" fmla="*/ 2655648 w 3898099"/>
              <a:gd name="connsiteY5" fmla="*/ 530048 h 3792474"/>
              <a:gd name="connsiteX6" fmla="*/ 2655648 w 3898099"/>
              <a:gd name="connsiteY6" fmla="*/ 2121974 h 3792474"/>
              <a:gd name="connsiteX7" fmla="*/ 3187065 w 3898099"/>
              <a:gd name="connsiteY7" fmla="*/ 2654251 h 3792474"/>
              <a:gd name="connsiteX8" fmla="*/ 3898050 w 3898099"/>
              <a:gd name="connsiteY8" fmla="*/ 2654251 h 3792474"/>
              <a:gd name="connsiteX9" fmla="*/ 3898050 w 3898099"/>
              <a:gd name="connsiteY9" fmla="*/ 3792424 h 3792474"/>
              <a:gd name="connsiteX10" fmla="*/ 2655697 w 3898099"/>
              <a:gd name="connsiteY10" fmla="*/ 3792424 h 3792474"/>
              <a:gd name="connsiteX11" fmla="*/ 2655697 w 3898099"/>
              <a:gd name="connsiteY11" fmla="*/ 3187420 h 3792474"/>
              <a:gd name="connsiteX12" fmla="*/ 2125173 w 3898099"/>
              <a:gd name="connsiteY12" fmla="*/ 2654251 h 3792474"/>
              <a:gd name="connsiteX13" fmla="*/ 531417 w 3898099"/>
              <a:gd name="connsiteY13" fmla="*/ 2654251 h 3792474"/>
              <a:gd name="connsiteX14" fmla="*/ 0 w 3898099"/>
              <a:gd name="connsiteY14" fmla="*/ 2123559 h 3792474"/>
              <a:gd name="connsiteX15" fmla="*/ 0 w 3898099"/>
              <a:gd name="connsiteY15" fmla="*/ 530048 h 3792474"/>
              <a:gd name="connsiteX16" fmla="*/ 531417 w 3898099"/>
              <a:gd name="connsiteY16" fmla="*/ 0 h 3792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898099" h="3792474">
                <a:moveTo>
                  <a:pt x="3898050" y="3792424"/>
                </a:moveTo>
                <a:lnTo>
                  <a:pt x="3898099" y="3792424"/>
                </a:lnTo>
                <a:lnTo>
                  <a:pt x="3898050" y="3792474"/>
                </a:lnTo>
                <a:close/>
                <a:moveTo>
                  <a:pt x="531417" y="0"/>
                </a:moveTo>
                <a:lnTo>
                  <a:pt x="2125123" y="0"/>
                </a:lnTo>
                <a:cubicBezTo>
                  <a:pt x="2416902" y="0"/>
                  <a:pt x="2655648" y="237503"/>
                  <a:pt x="2655648" y="530048"/>
                </a:cubicBezTo>
                <a:lnTo>
                  <a:pt x="2655648" y="2121974"/>
                </a:lnTo>
                <a:cubicBezTo>
                  <a:pt x="2656590" y="2416302"/>
                  <a:pt x="2893948" y="2652914"/>
                  <a:pt x="3187065" y="2654251"/>
                </a:cubicBezTo>
                <a:lnTo>
                  <a:pt x="3898050" y="2654251"/>
                </a:lnTo>
                <a:lnTo>
                  <a:pt x="3898050" y="3792424"/>
                </a:lnTo>
                <a:lnTo>
                  <a:pt x="2655697" y="3792424"/>
                </a:lnTo>
                <a:lnTo>
                  <a:pt x="2655697" y="3187420"/>
                </a:lnTo>
                <a:cubicBezTo>
                  <a:pt x="2655697" y="2893786"/>
                  <a:pt x="2418290" y="2655391"/>
                  <a:pt x="2125173" y="2654251"/>
                </a:cubicBezTo>
                <a:lnTo>
                  <a:pt x="531417" y="2654251"/>
                </a:lnTo>
                <a:cubicBezTo>
                  <a:pt x="237210" y="2654251"/>
                  <a:pt x="0" y="2416748"/>
                  <a:pt x="0" y="2123559"/>
                </a:cubicBezTo>
                <a:lnTo>
                  <a:pt x="0" y="530048"/>
                </a:lnTo>
                <a:cubicBezTo>
                  <a:pt x="0" y="237503"/>
                  <a:pt x="237210" y="0"/>
                  <a:pt x="531417" y="0"/>
                </a:cubicBezTo>
                <a:close/>
              </a:path>
            </a:pathLst>
          </a:custGeom>
          <a:solidFill>
            <a:schemeClr val="bg2"/>
          </a:solidFill>
        </p:spPr>
        <p:txBody>
          <a:bodyPr wrap="square">
            <a:noAutofit/>
          </a:bodyPr>
          <a:lstStyle/>
          <a:p>
            <a:endParaRPr lang="en-US"/>
          </a:p>
        </p:txBody>
      </p:sp>
      <p:pic>
        <p:nvPicPr>
          <p:cNvPr id="5" name="Picture 4">
            <a:extLst>
              <a:ext uri="{FF2B5EF4-FFF2-40B4-BE49-F238E27FC236}">
                <a16:creationId xmlns:a16="http://schemas.microsoft.com/office/drawing/2014/main" id="{C4A2B6AF-9798-AAE8-1C64-AD3BE58970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33403667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and Content - Clou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AFCA045-11A1-2078-48EE-302321EC4C21}"/>
              </a:ext>
            </a:extLst>
          </p:cNvPr>
          <p:cNvSpPr>
            <a:spLocks noGrp="1"/>
          </p:cNvSpPr>
          <p:nvPr>
            <p:ph idx="1"/>
          </p:nvPr>
        </p:nvSpPr>
        <p:spPr>
          <a:xfrm>
            <a:off x="500103" y="1826684"/>
            <a:ext cx="4824932"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p>
            <a:fld id="{43AE0025-1574-D642-8EE0-174E1486F67F}"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9387F0B3-F48E-9221-7329-DFD95F509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5" name="Picture Placeholder 4">
            <a:extLst>
              <a:ext uri="{FF2B5EF4-FFF2-40B4-BE49-F238E27FC236}">
                <a16:creationId xmlns:a16="http://schemas.microsoft.com/office/drawing/2014/main" id="{0ED5484D-3E81-C5C1-0DE4-59CA5DD1C5D4}"/>
              </a:ext>
            </a:extLst>
          </p:cNvPr>
          <p:cNvSpPr>
            <a:spLocks noGrp="1"/>
          </p:cNvSpPr>
          <p:nvPr>
            <p:ph type="pic" sz="quarter" idx="13"/>
          </p:nvPr>
        </p:nvSpPr>
        <p:spPr>
          <a:xfrm>
            <a:off x="5683624" y="1248283"/>
            <a:ext cx="6508376" cy="4838367"/>
          </a:xfrm>
          <a:custGeom>
            <a:avLst/>
            <a:gdLst>
              <a:gd name="connsiteX0" fmla="*/ 2214828 w 4970380"/>
              <a:gd name="connsiteY0" fmla="*/ 0 h 3695011"/>
              <a:gd name="connsiteX1" fmla="*/ 3322219 w 4970380"/>
              <a:gd name="connsiteY1" fmla="*/ 0 h 3695011"/>
              <a:gd name="connsiteX2" fmla="*/ 3690426 w 4970380"/>
              <a:gd name="connsiteY2" fmla="*/ 369936 h 3695011"/>
              <a:gd name="connsiteX3" fmla="*/ 3690426 w 4970380"/>
              <a:gd name="connsiteY3" fmla="*/ 1478494 h 3695011"/>
              <a:gd name="connsiteX4" fmla="*/ 4061726 w 4970380"/>
              <a:gd name="connsiteY4" fmla="*/ 1847829 h 3695011"/>
              <a:gd name="connsiteX5" fmla="*/ 4061726 w 4970380"/>
              <a:gd name="connsiteY5" fmla="*/ 1847922 h 3695011"/>
              <a:gd name="connsiteX6" fmla="*/ 4970380 w 4970380"/>
              <a:gd name="connsiteY6" fmla="*/ 1847922 h 3695011"/>
              <a:gd name="connsiteX7" fmla="*/ 4970380 w 4970380"/>
              <a:gd name="connsiteY7" fmla="*/ 3695011 h 3695011"/>
              <a:gd name="connsiteX8" fmla="*/ 4059372 w 4970380"/>
              <a:gd name="connsiteY8" fmla="*/ 3695011 h 3695011"/>
              <a:gd name="connsiteX9" fmla="*/ 3690380 w 4970380"/>
              <a:gd name="connsiteY9" fmla="*/ 3326139 h 3695011"/>
              <a:gd name="connsiteX10" fmla="*/ 3690380 w 4970380"/>
              <a:gd name="connsiteY10" fmla="*/ 2218319 h 3695011"/>
              <a:gd name="connsiteX11" fmla="*/ 3320326 w 4970380"/>
              <a:gd name="connsiteY11" fmla="*/ 1847922 h 3695011"/>
              <a:gd name="connsiteX12" fmla="*/ 2214782 w 4970380"/>
              <a:gd name="connsiteY12" fmla="*/ 1847922 h 3695011"/>
              <a:gd name="connsiteX13" fmla="*/ 1845513 w 4970380"/>
              <a:gd name="connsiteY13" fmla="*/ 2218319 h 3695011"/>
              <a:gd name="connsiteX14" fmla="*/ 1845513 w 4970380"/>
              <a:gd name="connsiteY14" fmla="*/ 3326139 h 3695011"/>
              <a:gd name="connsiteX15" fmla="*/ 1476845 w 4970380"/>
              <a:gd name="connsiteY15" fmla="*/ 3695011 h 3695011"/>
              <a:gd name="connsiteX16" fmla="*/ 369269 w 4970380"/>
              <a:gd name="connsiteY16" fmla="*/ 3695011 h 3695011"/>
              <a:gd name="connsiteX17" fmla="*/ 0 w 4970380"/>
              <a:gd name="connsiteY17" fmla="*/ 3326139 h 3695011"/>
              <a:gd name="connsiteX18" fmla="*/ 0 w 4970380"/>
              <a:gd name="connsiteY18" fmla="*/ 2217210 h 3695011"/>
              <a:gd name="connsiteX19" fmla="*/ 369269 w 4970380"/>
              <a:gd name="connsiteY19" fmla="*/ 1847875 h 3695011"/>
              <a:gd name="connsiteX20" fmla="*/ 1476891 w 4970380"/>
              <a:gd name="connsiteY20" fmla="*/ 1847875 h 3695011"/>
              <a:gd name="connsiteX21" fmla="*/ 1845559 w 4970380"/>
              <a:gd name="connsiteY21" fmla="*/ 1476831 h 3695011"/>
              <a:gd name="connsiteX22" fmla="*/ 1845559 w 4970380"/>
              <a:gd name="connsiteY22" fmla="*/ 369936 h 3695011"/>
              <a:gd name="connsiteX23" fmla="*/ 2214828 w 4970380"/>
              <a:gd name="connsiteY23" fmla="*/ 0 h 3695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70380" h="3695011">
                <a:moveTo>
                  <a:pt x="2214828" y="0"/>
                </a:moveTo>
                <a:lnTo>
                  <a:pt x="3322219" y="0"/>
                </a:lnTo>
                <a:cubicBezTo>
                  <a:pt x="3525296" y="0"/>
                  <a:pt x="3690426" y="165607"/>
                  <a:pt x="3690426" y="369936"/>
                </a:cubicBezTo>
                <a:lnTo>
                  <a:pt x="3690426" y="1478494"/>
                </a:lnTo>
                <a:cubicBezTo>
                  <a:pt x="3691673" y="1682084"/>
                  <a:pt x="3857587" y="1847044"/>
                  <a:pt x="4061726" y="1847829"/>
                </a:cubicBezTo>
                <a:lnTo>
                  <a:pt x="4061726" y="1847922"/>
                </a:lnTo>
                <a:lnTo>
                  <a:pt x="4970380" y="1847922"/>
                </a:lnTo>
                <a:lnTo>
                  <a:pt x="4970380" y="3695011"/>
                </a:lnTo>
                <a:lnTo>
                  <a:pt x="4059372" y="3695011"/>
                </a:lnTo>
                <a:cubicBezTo>
                  <a:pt x="3855972" y="3695011"/>
                  <a:pt x="3690380" y="3529728"/>
                  <a:pt x="3690380" y="3326139"/>
                </a:cubicBezTo>
                <a:lnTo>
                  <a:pt x="3690380" y="2218319"/>
                </a:lnTo>
                <a:cubicBezTo>
                  <a:pt x="3690380" y="2014591"/>
                  <a:pt x="3525250" y="1848846"/>
                  <a:pt x="3320326" y="1847922"/>
                </a:cubicBezTo>
                <a:lnTo>
                  <a:pt x="2214782" y="1847922"/>
                </a:lnTo>
                <a:cubicBezTo>
                  <a:pt x="2011105" y="1848846"/>
                  <a:pt x="1846160" y="2013529"/>
                  <a:pt x="1845513" y="2218319"/>
                </a:cubicBezTo>
                <a:lnTo>
                  <a:pt x="1845513" y="3326139"/>
                </a:lnTo>
                <a:cubicBezTo>
                  <a:pt x="1845513" y="3529728"/>
                  <a:pt x="1679598" y="3695011"/>
                  <a:pt x="1476845" y="3695011"/>
                </a:cubicBezTo>
                <a:lnTo>
                  <a:pt x="369269" y="3695011"/>
                </a:lnTo>
                <a:cubicBezTo>
                  <a:pt x="164853" y="3695011"/>
                  <a:pt x="0" y="3529728"/>
                  <a:pt x="0" y="3326139"/>
                </a:cubicBezTo>
                <a:lnTo>
                  <a:pt x="0" y="2217210"/>
                </a:lnTo>
                <a:cubicBezTo>
                  <a:pt x="0" y="2013159"/>
                  <a:pt x="164807" y="1847875"/>
                  <a:pt x="369269" y="1847875"/>
                </a:cubicBezTo>
                <a:lnTo>
                  <a:pt x="1476891" y="1847875"/>
                </a:lnTo>
                <a:cubicBezTo>
                  <a:pt x="1680568" y="1847090"/>
                  <a:pt x="1845559" y="1681160"/>
                  <a:pt x="1845559" y="1476831"/>
                </a:cubicBezTo>
                <a:lnTo>
                  <a:pt x="1845559" y="369936"/>
                </a:lnTo>
                <a:cubicBezTo>
                  <a:pt x="1845559" y="165607"/>
                  <a:pt x="2010366" y="0"/>
                  <a:pt x="2214828" y="0"/>
                </a:cubicBezTo>
                <a:close/>
              </a:path>
            </a:pathLst>
          </a:custGeom>
          <a:solidFill>
            <a:schemeClr val="bg2"/>
          </a:solidFill>
        </p:spPr>
        <p:txBody>
          <a:bodyPr wrap="square">
            <a:noAutofit/>
          </a:bodyPr>
          <a:lstStyle/>
          <a:p>
            <a:endParaRPr lang="en-US"/>
          </a:p>
        </p:txBody>
      </p:sp>
    </p:spTree>
    <p:extLst>
      <p:ext uri="{BB962C8B-B14F-4D97-AF65-F5344CB8AC3E}">
        <p14:creationId xmlns:p14="http://schemas.microsoft.com/office/powerpoint/2010/main" val="11147681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ustomers">
    <p:bg>
      <p:bgPr>
        <a:gradFill>
          <a:gsLst>
            <a:gs pos="0">
              <a:schemeClr val="tx2"/>
            </a:gs>
            <a:gs pos="100000">
              <a:schemeClr val="tx1"/>
            </a:gs>
          </a:gsLst>
          <a:lin ang="186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63EFA-230D-E8F1-31A7-FE982274608F}"/>
              </a:ext>
            </a:extLst>
          </p:cNvPr>
          <p:cNvSpPr>
            <a:spLocks noGrp="1"/>
          </p:cNvSpPr>
          <p:nvPr>
            <p:ph type="title" hasCustomPrompt="1"/>
          </p:nvPr>
        </p:nvSpPr>
        <p:spPr/>
        <p:txBody>
          <a:bodyPr/>
          <a:lstStyle>
            <a:lvl1pPr>
              <a:defRPr>
                <a:solidFill>
                  <a:schemeClr val="bg1"/>
                </a:solidFill>
              </a:defRPr>
            </a:lvl1pPr>
          </a:lstStyle>
          <a:p>
            <a:r>
              <a:rPr lang="en-GB"/>
              <a:t>Our customers</a:t>
            </a:r>
            <a:endParaRPr lang="en-US"/>
          </a:p>
        </p:txBody>
      </p:sp>
      <p:sp>
        <p:nvSpPr>
          <p:cNvPr id="4" name="Date Placeholder 3">
            <a:extLst>
              <a:ext uri="{FF2B5EF4-FFF2-40B4-BE49-F238E27FC236}">
                <a16:creationId xmlns:a16="http://schemas.microsoft.com/office/drawing/2014/main" id="{509BAF11-A0F3-E01E-9FD6-9C5FE01A0FE8}"/>
              </a:ext>
            </a:extLst>
          </p:cNvPr>
          <p:cNvSpPr>
            <a:spLocks noGrp="1"/>
          </p:cNvSpPr>
          <p:nvPr>
            <p:ph type="dt" sz="half" idx="10"/>
          </p:nvPr>
        </p:nvSpPr>
        <p:spPr/>
        <p:txBody>
          <a:bodyPr/>
          <a:lstStyle>
            <a:lvl1pPr>
              <a:defRPr>
                <a:solidFill>
                  <a:schemeClr val="bg1"/>
                </a:solidFill>
              </a:defRPr>
            </a:lvl1pPr>
          </a:lstStyle>
          <a:p>
            <a:fld id="{5E5871BD-21DB-4143-921E-431F94C3EA03}" type="datetime1">
              <a:rPr lang="en-GB" smtClean="0"/>
              <a:t>06/12/2025</a:t>
            </a:fld>
            <a:endParaRPr lang="en-US"/>
          </a:p>
        </p:txBody>
      </p:sp>
      <p:sp>
        <p:nvSpPr>
          <p:cNvPr id="6" name="Slide Number Placeholder 5">
            <a:extLst>
              <a:ext uri="{FF2B5EF4-FFF2-40B4-BE49-F238E27FC236}">
                <a16:creationId xmlns:a16="http://schemas.microsoft.com/office/drawing/2014/main" id="{3BCA3362-E753-F0A8-B0DD-F89F247DB040}"/>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pic>
        <p:nvPicPr>
          <p:cNvPr id="5" name="Picture 4">
            <a:extLst>
              <a:ext uri="{FF2B5EF4-FFF2-40B4-BE49-F238E27FC236}">
                <a16:creationId xmlns:a16="http://schemas.microsoft.com/office/drawing/2014/main" id="{7F8E8B6D-C22D-8AD4-E922-BB2D78DAD54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grpSp>
        <p:nvGrpSpPr>
          <p:cNvPr id="13" name="Group 12">
            <a:extLst>
              <a:ext uri="{FF2B5EF4-FFF2-40B4-BE49-F238E27FC236}">
                <a16:creationId xmlns:a16="http://schemas.microsoft.com/office/drawing/2014/main" id="{F010BB31-E8E2-663E-931B-076D862D6B80}"/>
              </a:ext>
            </a:extLst>
          </p:cNvPr>
          <p:cNvGrpSpPr/>
          <p:nvPr userDrawn="1"/>
        </p:nvGrpSpPr>
        <p:grpSpPr>
          <a:xfrm>
            <a:off x="500103" y="1794062"/>
            <a:ext cx="11046439" cy="3805100"/>
            <a:chOff x="737836" y="1631312"/>
            <a:chExt cx="10716327" cy="3691389"/>
          </a:xfrm>
        </p:grpSpPr>
        <p:sp>
          <p:nvSpPr>
            <p:cNvPr id="7" name="Rounded Rectangle 6">
              <a:extLst>
                <a:ext uri="{FF2B5EF4-FFF2-40B4-BE49-F238E27FC236}">
                  <a16:creationId xmlns:a16="http://schemas.microsoft.com/office/drawing/2014/main" id="{95F75DFA-5602-E1B6-619E-F3B24B1228E1}"/>
                </a:ext>
              </a:extLst>
            </p:cNvPr>
            <p:cNvSpPr/>
            <p:nvPr userDrawn="1"/>
          </p:nvSpPr>
          <p:spPr>
            <a:xfrm>
              <a:off x="444802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8" name="Rounded Rectangle 7">
              <a:extLst>
                <a:ext uri="{FF2B5EF4-FFF2-40B4-BE49-F238E27FC236}">
                  <a16:creationId xmlns:a16="http://schemas.microsoft.com/office/drawing/2014/main" id="{31E4EC00-562F-A299-B747-7BB6FEA97A01}"/>
                </a:ext>
              </a:extLst>
            </p:cNvPr>
            <p:cNvSpPr/>
            <p:nvPr userDrawn="1"/>
          </p:nvSpPr>
          <p:spPr>
            <a:xfrm>
              <a:off x="815821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9" name="Rounded Rectangle 8">
              <a:extLst>
                <a:ext uri="{FF2B5EF4-FFF2-40B4-BE49-F238E27FC236}">
                  <a16:creationId xmlns:a16="http://schemas.microsoft.com/office/drawing/2014/main" id="{4562FAD8-BB1F-3CF2-8D92-3DCF63546A60}"/>
                </a:ext>
              </a:extLst>
            </p:cNvPr>
            <p:cNvSpPr/>
            <p:nvPr userDrawn="1"/>
          </p:nvSpPr>
          <p:spPr>
            <a:xfrm>
              <a:off x="815821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0" name="Rounded Rectangle 9">
              <a:extLst>
                <a:ext uri="{FF2B5EF4-FFF2-40B4-BE49-F238E27FC236}">
                  <a16:creationId xmlns:a16="http://schemas.microsoft.com/office/drawing/2014/main" id="{12CDECEC-1AEC-AC26-FE82-CFE9B24BE3A5}"/>
                </a:ext>
              </a:extLst>
            </p:cNvPr>
            <p:cNvSpPr/>
            <p:nvPr userDrawn="1"/>
          </p:nvSpPr>
          <p:spPr>
            <a:xfrm>
              <a:off x="4438955"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1" name="Rounded Rectangle 10">
              <a:extLst>
                <a:ext uri="{FF2B5EF4-FFF2-40B4-BE49-F238E27FC236}">
                  <a16:creationId xmlns:a16="http://schemas.microsoft.com/office/drawing/2014/main" id="{2D70B812-90BE-EFF0-A375-351B45F9E2A0}"/>
                </a:ext>
              </a:extLst>
            </p:cNvPr>
            <p:cNvSpPr/>
            <p:nvPr userDrawn="1"/>
          </p:nvSpPr>
          <p:spPr>
            <a:xfrm>
              <a:off x="737836" y="3676424"/>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sp>
          <p:nvSpPr>
            <p:cNvPr id="12" name="Rounded Rectangle 11">
              <a:extLst>
                <a:ext uri="{FF2B5EF4-FFF2-40B4-BE49-F238E27FC236}">
                  <a16:creationId xmlns:a16="http://schemas.microsoft.com/office/drawing/2014/main" id="{F806D2A5-D49A-2B4C-6945-B4D6AAF6AA58}"/>
                </a:ext>
              </a:extLst>
            </p:cNvPr>
            <p:cNvSpPr/>
            <p:nvPr userDrawn="1"/>
          </p:nvSpPr>
          <p:spPr>
            <a:xfrm>
              <a:off x="737836" y="1631312"/>
              <a:ext cx="3295947" cy="1646277"/>
            </a:xfrm>
            <a:prstGeom prst="roundRect">
              <a:avLst>
                <a:gd name="adj" fmla="val 8097"/>
              </a:avLst>
            </a:prstGeom>
            <a:solidFill>
              <a:schemeClr val="bg1"/>
            </a:solidFill>
            <a:ln>
              <a:noFill/>
            </a:ln>
            <a:effectLst>
              <a:outerShdw blurRad="432472" sx="98000" sy="98000" algn="ctr" rotWithShape="0">
                <a:prstClr val="black">
                  <a:alpha val="19883"/>
                </a:prstClr>
              </a:outerShdw>
            </a:effectLst>
          </p:spPr>
          <p:style>
            <a:lnRef idx="2">
              <a:schemeClr val="accent1">
                <a:shade val="15000"/>
              </a:schemeClr>
            </a:lnRef>
            <a:fillRef idx="1">
              <a:schemeClr val="accent1"/>
            </a:fillRef>
            <a:effectRef idx="0">
              <a:schemeClr val="accent1"/>
            </a:effectRef>
            <a:fontRef idx="minor">
              <a:schemeClr val="lt1"/>
            </a:fontRef>
          </p:style>
          <p:txBody>
            <a:bodyPr rIns="251999" rtlCol="0" anchor="ctr"/>
            <a:lstStyle/>
            <a:p>
              <a:pPr algn="r"/>
              <a:endParaRPr lang="en-US" sz="2400">
                <a:latin typeface="Outfit Light" pitchFamily="2" charset="0"/>
              </a:endParaRPr>
            </a:p>
          </p:txBody>
        </p:sp>
      </p:grpSp>
    </p:spTree>
    <p:extLst>
      <p:ext uri="{BB962C8B-B14F-4D97-AF65-F5344CB8AC3E}">
        <p14:creationId xmlns:p14="http://schemas.microsoft.com/office/powerpoint/2010/main" val="36728649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hite Container">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8" name="Round Single Corner of Rectangle 7">
            <a:extLst>
              <a:ext uri="{FF2B5EF4-FFF2-40B4-BE49-F238E27FC236}">
                <a16:creationId xmlns:a16="http://schemas.microsoft.com/office/drawing/2014/main" id="{E9D9364F-7640-F911-F9B3-BD269AE140FD}"/>
              </a:ext>
            </a:extLst>
          </p:cNvPr>
          <p:cNvSpPr/>
          <p:nvPr userDrawn="1"/>
        </p:nvSpPr>
        <p:spPr>
          <a:xfrm rot="10800000">
            <a:off x="6431181" y="-1"/>
            <a:ext cx="5760819" cy="5869517"/>
          </a:xfrm>
          <a:prstGeom prst="round1Rect">
            <a:avLst>
              <a:gd name="adj" fmla="val 1570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latin typeface="Outfit Light" pitchFamily="2" charset="0"/>
            </a:endParaRPr>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366AB042-33D2-AF6C-C382-47B2851991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Tree>
    <p:extLst>
      <p:ext uri="{BB962C8B-B14F-4D97-AF65-F5344CB8AC3E}">
        <p14:creationId xmlns:p14="http://schemas.microsoft.com/office/powerpoint/2010/main" val="12957959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062704-0E1C-9397-E348-29721F6DE996}"/>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B27EE6A-B54E-B7F7-240D-9E6057722FDC}"/>
              </a:ext>
            </a:extLst>
          </p:cNvPr>
          <p:cNvSpPr>
            <a:spLocks noGrp="1"/>
          </p:cNvSpPr>
          <p:nvPr>
            <p:ph sz="half" idx="1"/>
          </p:nvPr>
        </p:nvSpPr>
        <p:spPr>
          <a:xfrm>
            <a:off x="500103" y="1826684"/>
            <a:ext cx="51562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867281A-E911-2BEF-9A1F-C54E8A2D418C}"/>
              </a:ext>
            </a:extLst>
          </p:cNvPr>
          <p:cNvSpPr>
            <a:spLocks noGrp="1"/>
          </p:cNvSpPr>
          <p:nvPr>
            <p:ph sz="half" idx="2"/>
          </p:nvPr>
        </p:nvSpPr>
        <p:spPr>
          <a:xfrm>
            <a:off x="5859503" y="1826684"/>
            <a:ext cx="5156200" cy="4349749"/>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986D3B9-0985-24EE-1FE1-CF4099EDD72F}"/>
              </a:ext>
            </a:extLst>
          </p:cNvPr>
          <p:cNvSpPr>
            <a:spLocks noGrp="1"/>
          </p:cNvSpPr>
          <p:nvPr>
            <p:ph type="dt" sz="half" idx="10"/>
          </p:nvPr>
        </p:nvSpPr>
        <p:spPr/>
        <p:txBody>
          <a:bodyPr/>
          <a:lstStyle/>
          <a:p>
            <a:fld id="{F0501BE8-2B0B-6B4A-8735-36A00D72CA1D}" type="datetime1">
              <a:rPr lang="en-GB" smtClean="0"/>
              <a:t>06/12/2025</a:t>
            </a:fld>
            <a:endParaRPr lang="en-US"/>
          </a:p>
        </p:txBody>
      </p:sp>
      <p:sp>
        <p:nvSpPr>
          <p:cNvPr id="7" name="Slide Number Placeholder 6">
            <a:extLst>
              <a:ext uri="{FF2B5EF4-FFF2-40B4-BE49-F238E27FC236}">
                <a16:creationId xmlns:a16="http://schemas.microsoft.com/office/drawing/2014/main" id="{88CF2E6E-C0CC-FF12-9A5E-0E4C5351BC05}"/>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E3D8C02-941C-F029-E6E7-EA2BD40DFFA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4322428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5725F0E8-F5F1-60C4-3084-306D732AFD46}"/>
              </a:ext>
            </a:extLst>
          </p:cNvPr>
          <p:cNvSpPr>
            <a:spLocks noGrp="1"/>
          </p:cNvSpPr>
          <p:nvPr>
            <p:ph type="pic" sz="quarter" idx="13"/>
          </p:nvPr>
        </p:nvSpPr>
        <p:spPr>
          <a:xfrm>
            <a:off x="0" y="0"/>
            <a:ext cx="12192000" cy="6858000"/>
          </a:xfrm>
        </p:spPr>
        <p:txBody>
          <a:bodyPr/>
          <a:lstStyle/>
          <a:p>
            <a:endParaRPr lang="en-US"/>
          </a:p>
        </p:txBody>
      </p:sp>
      <p:sp>
        <p:nvSpPr>
          <p:cNvPr id="2" name="Title 1">
            <a:extLst>
              <a:ext uri="{FF2B5EF4-FFF2-40B4-BE49-F238E27FC236}">
                <a16:creationId xmlns:a16="http://schemas.microsoft.com/office/drawing/2014/main" id="{3F73E142-DAA7-27A2-8354-3A782E076030}"/>
              </a:ext>
            </a:extLst>
          </p:cNvPr>
          <p:cNvSpPr>
            <a:spLocks noGrp="1"/>
          </p:cNvSpPr>
          <p:nvPr>
            <p:ph type="title"/>
          </p:nvPr>
        </p:nvSpPr>
        <p:spPr>
          <a:xfrm>
            <a:off x="488151" y="736956"/>
            <a:ext cx="10515600" cy="2853267"/>
          </a:xfrm>
        </p:spPr>
        <p:txBody>
          <a:bodyPr anchor="b"/>
          <a:lstStyle>
            <a:lvl1pPr>
              <a:defRPr sz="8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4B7E803F-EF23-8347-5303-1873D6E22557}"/>
              </a:ext>
            </a:extLst>
          </p:cNvPr>
          <p:cNvSpPr>
            <a:spLocks noGrp="1"/>
          </p:cNvSpPr>
          <p:nvPr>
            <p:ph type="body" idx="1"/>
          </p:nvPr>
        </p:nvSpPr>
        <p:spPr>
          <a:xfrm>
            <a:off x="488151" y="3615623"/>
            <a:ext cx="10515600" cy="1500717"/>
          </a:xfrm>
        </p:spPr>
        <p:txBody>
          <a:bodyPr/>
          <a:lstStyle>
            <a:lvl1pPr marL="0" indent="0">
              <a:buNone/>
              <a:defRPr sz="3200">
                <a:solidFill>
                  <a:schemeClr val="tx1">
                    <a:tint val="75000"/>
                  </a:schemeClr>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F8AB8DA-5AF4-DA55-F9DC-4F3507D534D5}"/>
              </a:ext>
            </a:extLst>
          </p:cNvPr>
          <p:cNvSpPr>
            <a:spLocks noGrp="1"/>
          </p:cNvSpPr>
          <p:nvPr>
            <p:ph type="dt" sz="half" idx="10"/>
          </p:nvPr>
        </p:nvSpPr>
        <p:spPr/>
        <p:txBody>
          <a:bodyPr/>
          <a:lstStyle/>
          <a:p>
            <a:fld id="{CD4A11D9-B955-6D4E-924E-589B300E56CD}" type="datetime1">
              <a:rPr lang="en-GB" smtClean="0"/>
              <a:t>06/12/2025</a:t>
            </a:fld>
            <a:endParaRPr lang="en-US"/>
          </a:p>
        </p:txBody>
      </p:sp>
      <p:sp>
        <p:nvSpPr>
          <p:cNvPr id="6" name="Slide Number Placeholder 5">
            <a:extLst>
              <a:ext uri="{FF2B5EF4-FFF2-40B4-BE49-F238E27FC236}">
                <a16:creationId xmlns:a16="http://schemas.microsoft.com/office/drawing/2014/main" id="{62FAD0A0-72F8-A422-2355-060C5E7387C3}"/>
              </a:ext>
            </a:extLst>
          </p:cNvPr>
          <p:cNvSpPr>
            <a:spLocks noGrp="1"/>
          </p:cNvSpPr>
          <p:nvPr>
            <p:ph type="sldNum" sz="quarter" idx="12"/>
          </p:nvPr>
        </p:nvSpPr>
        <p:spPr/>
        <p:txBody>
          <a:bodyPr/>
          <a:lstStyle/>
          <a:p>
            <a:fld id="{CC0CD38E-35A1-2247-B55D-C6626AF9BA09}" type="slidenum">
              <a:rPr lang="en-US" smtClean="0"/>
              <a:t>‹#›</a:t>
            </a:fld>
            <a:endParaRPr lang="en-US"/>
          </a:p>
        </p:txBody>
      </p:sp>
      <p:pic>
        <p:nvPicPr>
          <p:cNvPr id="8" name="Picture 7">
            <a:extLst>
              <a:ext uri="{FF2B5EF4-FFF2-40B4-BE49-F238E27FC236}">
                <a16:creationId xmlns:a16="http://schemas.microsoft.com/office/drawing/2014/main" id="{576D4C21-94F7-3567-9B76-A2CDBE60465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17396247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icture with Caption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9AC4573-FE2C-D346-94B5-229A35198143}"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accent1"/>
              </a:buClr>
              <a:defRPr sz="3200"/>
            </a:lvl1pPr>
            <a:lvl2pPr>
              <a:buClr>
                <a:schemeClr val="accent1"/>
              </a:buClr>
              <a:defRPr sz="2667"/>
            </a:lvl2pPr>
            <a:lvl3pPr>
              <a:buClr>
                <a:schemeClr val="accent1"/>
              </a:buClr>
              <a:defRPr sz="2400"/>
            </a:lvl3pPr>
            <a:lvl4pPr>
              <a:buClr>
                <a:schemeClr val="accent1"/>
              </a:buClr>
              <a:defRPr sz="2133"/>
            </a:lvl4pPr>
            <a:lvl5pPr>
              <a:buClr>
                <a:schemeClr val="accent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0" name="Picture Placeholder 9">
            <a:extLst>
              <a:ext uri="{FF2B5EF4-FFF2-40B4-BE49-F238E27FC236}">
                <a16:creationId xmlns:a16="http://schemas.microsoft.com/office/drawing/2014/main" id="{DA6D3706-E79A-720B-0681-29BC862ABD24}"/>
              </a:ext>
            </a:extLst>
          </p:cNvPr>
          <p:cNvSpPr>
            <a:spLocks noGrp="1"/>
          </p:cNvSpPr>
          <p:nvPr>
            <p:ph type="pic" sz="quarter" idx="13"/>
          </p:nvPr>
        </p:nvSpPr>
        <p:spPr>
          <a:xfrm>
            <a:off x="6430332" y="10335"/>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77403484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icture with Caption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912F4358-7872-7045-8E26-B70E23714E9F}"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accent1"/>
              </a:buClr>
              <a:defRPr sz="3200"/>
            </a:lvl1pPr>
            <a:lvl2pPr>
              <a:buClr>
                <a:schemeClr val="accent1"/>
              </a:buClr>
              <a:defRPr sz="2667"/>
            </a:lvl2pPr>
            <a:lvl3pPr>
              <a:buClr>
                <a:schemeClr val="accent1"/>
              </a:buClr>
              <a:defRPr sz="2400"/>
            </a:lvl3pPr>
            <a:lvl4pPr>
              <a:buClr>
                <a:schemeClr val="accent1"/>
              </a:buClr>
              <a:defRPr sz="2133"/>
            </a:lvl4pPr>
            <a:lvl5pPr>
              <a:buClr>
                <a:schemeClr val="accent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11" name="Picture Placeholder 10">
            <a:extLst>
              <a:ext uri="{FF2B5EF4-FFF2-40B4-BE49-F238E27FC236}">
                <a16:creationId xmlns:a16="http://schemas.microsoft.com/office/drawing/2014/main" id="{990699E0-C88B-EE65-CF5E-576FE0E6EF73}"/>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296981145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icture with Caption Righ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0FC86DFC-2749-0949-A903-DD3A2385A57C}"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9" name="Picture 8">
            <a:extLst>
              <a:ext uri="{FF2B5EF4-FFF2-40B4-BE49-F238E27FC236}">
                <a16:creationId xmlns:a16="http://schemas.microsoft.com/office/drawing/2014/main" id="{F6423D9E-98AA-549D-5D65-976FB640619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
        <p:nvSpPr>
          <p:cNvPr id="6" name="Picture Placeholder 5">
            <a:extLst>
              <a:ext uri="{FF2B5EF4-FFF2-40B4-BE49-F238E27FC236}">
                <a16:creationId xmlns:a16="http://schemas.microsoft.com/office/drawing/2014/main" id="{86506CC4-37C9-6069-50BC-0B27E5FA021E}"/>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11493790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icture with Caption Left Strik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p>
            <a:fld id="{F233C6DD-C821-6C4C-8902-4089A37EB26A}"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p>
            <a:fld id="{CC0CD38E-35A1-2247-B55D-C6626AF9BA09}" type="slidenum">
              <a:rPr lang="en-US" smtClean="0"/>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tx1"/>
              </a:buClr>
              <a:defRPr sz="3200"/>
            </a:lvl1pPr>
            <a:lvl2pPr>
              <a:buClr>
                <a:schemeClr val="tx1"/>
              </a:buClr>
              <a:defRPr sz="2667"/>
            </a:lvl2pPr>
            <a:lvl3pPr>
              <a:buClr>
                <a:schemeClr val="tx1"/>
              </a:buClr>
              <a:defRPr sz="2400"/>
            </a:lvl3pPr>
            <a:lvl4pPr>
              <a:buClr>
                <a:schemeClr val="tx1"/>
              </a:buClr>
              <a:defRPr sz="2133"/>
            </a:lvl4pPr>
            <a:lvl5pPr>
              <a:buClr>
                <a:schemeClr val="tx1"/>
              </a:buClr>
              <a:defRPr sz="2133"/>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3" name="Picture 2">
            <a:extLst>
              <a:ext uri="{FF2B5EF4-FFF2-40B4-BE49-F238E27FC236}">
                <a16:creationId xmlns:a16="http://schemas.microsoft.com/office/drawing/2014/main" id="{5E2EB0CB-6F24-1A96-F589-420A8A25893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93059" y="6074827"/>
            <a:ext cx="728100" cy="308043"/>
          </a:xfrm>
          <a:prstGeom prst="rect">
            <a:avLst/>
          </a:prstGeom>
        </p:spPr>
      </p:pic>
      <p:sp>
        <p:nvSpPr>
          <p:cNvPr id="6" name="Picture Placeholder 5">
            <a:extLst>
              <a:ext uri="{FF2B5EF4-FFF2-40B4-BE49-F238E27FC236}">
                <a16:creationId xmlns:a16="http://schemas.microsoft.com/office/drawing/2014/main" id="{3DAF8107-1F67-F3DD-F642-04E5F35BE4BF}"/>
              </a:ext>
            </a:extLst>
          </p:cNvPr>
          <p:cNvSpPr>
            <a:spLocks noGrp="1"/>
          </p:cNvSpPr>
          <p:nvPr>
            <p:ph type="pic" sz="quarter" idx="13"/>
          </p:nvPr>
        </p:nvSpPr>
        <p:spPr>
          <a:xfrm>
            <a:off x="6430332" y="10335"/>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280701998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icture with Caption Righ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6592239" y="457200"/>
            <a:ext cx="5142560" cy="1600200"/>
          </a:xfrm>
        </p:spPr>
        <p:txBody>
          <a:bodyPr anchor="b"/>
          <a:lstStyle>
            <a:lvl1pPr>
              <a:defRPr sz="4267">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B2E0E52D-B26A-6647-98C0-F359F0FA0DC9}"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3" name="Content Placeholder 2">
            <a:extLst>
              <a:ext uri="{FF2B5EF4-FFF2-40B4-BE49-F238E27FC236}">
                <a16:creationId xmlns:a16="http://schemas.microsoft.com/office/drawing/2014/main" id="{AC4C1D83-03EE-0022-D7CC-89030E92AFBC}"/>
              </a:ext>
            </a:extLst>
          </p:cNvPr>
          <p:cNvSpPr>
            <a:spLocks noGrp="1"/>
          </p:cNvSpPr>
          <p:nvPr>
            <p:ph idx="1"/>
          </p:nvPr>
        </p:nvSpPr>
        <p:spPr>
          <a:xfrm>
            <a:off x="6592239" y="2325158"/>
            <a:ext cx="5142560" cy="3544359"/>
          </a:xfrm>
        </p:spPr>
        <p:txBody>
          <a:bodyPr>
            <a:normAutofit/>
          </a:bodyPr>
          <a:lstStyle>
            <a:lvl1pPr>
              <a:buClr>
                <a:schemeClr val="accent1"/>
              </a:buClr>
              <a:defRPr sz="3200">
                <a:solidFill>
                  <a:schemeClr val="bg1"/>
                </a:solidFill>
              </a:defRPr>
            </a:lvl1pPr>
            <a:lvl2pPr>
              <a:buClr>
                <a:schemeClr val="accent1"/>
              </a:buClr>
              <a:defRPr sz="2667">
                <a:solidFill>
                  <a:schemeClr val="bg1"/>
                </a:solidFill>
              </a:defRPr>
            </a:lvl2pPr>
            <a:lvl3pPr>
              <a:buClr>
                <a:schemeClr val="accent1"/>
              </a:buClr>
              <a:defRPr sz="2400">
                <a:solidFill>
                  <a:schemeClr val="bg1"/>
                </a:solidFill>
              </a:defRPr>
            </a:lvl3pPr>
            <a:lvl4pPr>
              <a:buClr>
                <a:schemeClr val="accent1"/>
              </a:buClr>
              <a:defRPr sz="2133">
                <a:solidFill>
                  <a:schemeClr val="bg1"/>
                </a:solidFill>
              </a:defRPr>
            </a:lvl4pPr>
            <a:lvl5pPr>
              <a:buClr>
                <a:schemeClr val="accent1"/>
              </a:buClr>
              <a:defRPr sz="2133">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6" name="Picture 5">
            <a:extLst>
              <a:ext uri="{FF2B5EF4-FFF2-40B4-BE49-F238E27FC236}">
                <a16:creationId xmlns:a16="http://schemas.microsoft.com/office/drawing/2014/main" id="{DA64D12E-29B6-4024-75B6-3367AA77A4F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4" name="Picture Placeholder 3">
            <a:extLst>
              <a:ext uri="{FF2B5EF4-FFF2-40B4-BE49-F238E27FC236}">
                <a16:creationId xmlns:a16="http://schemas.microsoft.com/office/drawing/2014/main" id="{45346D8F-BE67-2A37-EEAD-442FFA1962D0}"/>
              </a:ext>
            </a:extLst>
          </p:cNvPr>
          <p:cNvSpPr>
            <a:spLocks noGrp="1"/>
          </p:cNvSpPr>
          <p:nvPr>
            <p:ph type="pic" sz="quarter" idx="13"/>
          </p:nvPr>
        </p:nvSpPr>
        <p:spPr>
          <a:xfrm>
            <a:off x="0" y="0"/>
            <a:ext cx="5869517" cy="5760819"/>
          </a:xfrm>
          <a:custGeom>
            <a:avLst/>
            <a:gdLst>
              <a:gd name="connsiteX0" fmla="*/ 0 w 4402138"/>
              <a:gd name="connsiteY0" fmla="*/ 0 h 4320614"/>
              <a:gd name="connsiteX1" fmla="*/ 4402138 w 4402138"/>
              <a:gd name="connsiteY1" fmla="*/ 0 h 4320614"/>
              <a:gd name="connsiteX2" fmla="*/ 4402138 w 4402138"/>
              <a:gd name="connsiteY2" fmla="*/ 3641889 h 4320614"/>
              <a:gd name="connsiteX3" fmla="*/ 3723413 w 4402138"/>
              <a:gd name="connsiteY3" fmla="*/ 4320614 h 4320614"/>
              <a:gd name="connsiteX4" fmla="*/ 0 w 4402138"/>
              <a:gd name="connsiteY4" fmla="*/ 4320614 h 43206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2138" h="4320614">
                <a:moveTo>
                  <a:pt x="0" y="0"/>
                </a:moveTo>
                <a:lnTo>
                  <a:pt x="4402138" y="0"/>
                </a:lnTo>
                <a:lnTo>
                  <a:pt x="4402138" y="3641889"/>
                </a:lnTo>
                <a:cubicBezTo>
                  <a:pt x="4402138" y="4016738"/>
                  <a:pt x="4098262" y="4320614"/>
                  <a:pt x="3723413" y="4320614"/>
                </a:cubicBezTo>
                <a:lnTo>
                  <a:pt x="0" y="4320614"/>
                </a:lnTo>
                <a:close/>
              </a:path>
            </a:pathLst>
          </a:custGeom>
        </p:spPr>
        <p:txBody>
          <a:bodyPr wrap="square">
            <a:noAutofit/>
          </a:bodyPr>
          <a:lstStyle/>
          <a:p>
            <a:endParaRPr lang="en-US"/>
          </a:p>
        </p:txBody>
      </p:sp>
    </p:spTree>
    <p:extLst>
      <p:ext uri="{BB962C8B-B14F-4D97-AF65-F5344CB8AC3E}">
        <p14:creationId xmlns:p14="http://schemas.microsoft.com/office/powerpoint/2010/main" val="69107449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Picture with Caption Left Dark">
    <p:bg>
      <p:bgPr>
        <a:gradFill>
          <a:gsLst>
            <a:gs pos="0">
              <a:schemeClr val="tx2"/>
            </a:gs>
            <a:gs pos="100000">
              <a:schemeClr val="tx1"/>
            </a:gs>
          </a:gsLst>
          <a:lin ang="3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56E08-9F1D-A19B-3BA7-8BAA513525F0}"/>
              </a:ext>
            </a:extLst>
          </p:cNvPr>
          <p:cNvSpPr>
            <a:spLocks noGrp="1"/>
          </p:cNvSpPr>
          <p:nvPr>
            <p:ph type="title"/>
          </p:nvPr>
        </p:nvSpPr>
        <p:spPr>
          <a:xfrm>
            <a:off x="500953" y="457200"/>
            <a:ext cx="5142560" cy="1600200"/>
          </a:xfrm>
        </p:spPr>
        <p:txBody>
          <a:bodyPr anchor="b"/>
          <a:lstStyle>
            <a:lvl1pPr>
              <a:defRPr sz="4267">
                <a:solidFill>
                  <a:schemeClr val="bg1"/>
                </a:solidFill>
              </a:defRPr>
            </a:lvl1pPr>
          </a:lstStyle>
          <a:p>
            <a:r>
              <a:rPr lang="en-GB"/>
              <a:t>Click to edit Master title style</a:t>
            </a:r>
            <a:endParaRPr lang="en-US"/>
          </a:p>
        </p:txBody>
      </p:sp>
      <p:sp>
        <p:nvSpPr>
          <p:cNvPr id="5" name="Date Placeholder 4">
            <a:extLst>
              <a:ext uri="{FF2B5EF4-FFF2-40B4-BE49-F238E27FC236}">
                <a16:creationId xmlns:a16="http://schemas.microsoft.com/office/drawing/2014/main" id="{DEAB4C31-FBBC-7BD9-86B4-EB15A5311F17}"/>
              </a:ext>
            </a:extLst>
          </p:cNvPr>
          <p:cNvSpPr>
            <a:spLocks noGrp="1"/>
          </p:cNvSpPr>
          <p:nvPr>
            <p:ph type="dt" sz="half" idx="10"/>
          </p:nvPr>
        </p:nvSpPr>
        <p:spPr/>
        <p:txBody>
          <a:bodyPr/>
          <a:lstStyle>
            <a:lvl1pPr>
              <a:defRPr>
                <a:solidFill>
                  <a:schemeClr val="bg1"/>
                </a:solidFill>
              </a:defRPr>
            </a:lvl1pPr>
          </a:lstStyle>
          <a:p>
            <a:fld id="{1122EC9D-9608-D048-B827-27F744EB6E71}" type="datetime1">
              <a:rPr lang="en-GB" smtClean="0"/>
              <a:t>06/12/2025</a:t>
            </a:fld>
            <a:endParaRPr lang="en-US"/>
          </a:p>
        </p:txBody>
      </p:sp>
      <p:sp>
        <p:nvSpPr>
          <p:cNvPr id="7" name="Slide Number Placeholder 6">
            <a:extLst>
              <a:ext uri="{FF2B5EF4-FFF2-40B4-BE49-F238E27FC236}">
                <a16:creationId xmlns:a16="http://schemas.microsoft.com/office/drawing/2014/main" id="{513D42BD-57E0-2B9A-832E-8153D21657DB}"/>
              </a:ext>
            </a:extLst>
          </p:cNvPr>
          <p:cNvSpPr>
            <a:spLocks noGrp="1"/>
          </p:cNvSpPr>
          <p:nvPr>
            <p:ph type="sldNum" sz="quarter" idx="12"/>
          </p:nvPr>
        </p:nvSpPr>
        <p:spPr/>
        <p:txBody>
          <a:bodyPr/>
          <a:lstStyle>
            <a:lvl1pPr>
              <a:defRPr>
                <a:solidFill>
                  <a:schemeClr val="bg1"/>
                </a:solidFill>
              </a:defRPr>
            </a:lvl1pPr>
          </a:lstStyle>
          <a:p>
            <a:fld id="{CC0CD38E-35A1-2247-B55D-C6626AF9BA09}" type="slidenum">
              <a:rPr lang="en-US" smtClean="0"/>
              <a:pPr/>
              <a:t>‹#›</a:t>
            </a:fld>
            <a:endParaRPr lang="en-US"/>
          </a:p>
        </p:txBody>
      </p:sp>
      <p:sp>
        <p:nvSpPr>
          <p:cNvPr id="12" name="Content Placeholder 2">
            <a:extLst>
              <a:ext uri="{FF2B5EF4-FFF2-40B4-BE49-F238E27FC236}">
                <a16:creationId xmlns:a16="http://schemas.microsoft.com/office/drawing/2014/main" id="{F1C6FC79-F9CB-5F2F-EF3B-3BD3B45E7F99}"/>
              </a:ext>
            </a:extLst>
          </p:cNvPr>
          <p:cNvSpPr>
            <a:spLocks noGrp="1"/>
          </p:cNvSpPr>
          <p:nvPr>
            <p:ph idx="1"/>
          </p:nvPr>
        </p:nvSpPr>
        <p:spPr>
          <a:xfrm>
            <a:off x="500103" y="2325158"/>
            <a:ext cx="5142560" cy="3544359"/>
          </a:xfrm>
        </p:spPr>
        <p:txBody>
          <a:bodyPr>
            <a:normAutofit/>
          </a:bodyPr>
          <a:lstStyle>
            <a:lvl1pPr>
              <a:buClr>
                <a:schemeClr val="accent1"/>
              </a:buClr>
              <a:defRPr sz="3200">
                <a:solidFill>
                  <a:schemeClr val="bg1"/>
                </a:solidFill>
              </a:defRPr>
            </a:lvl1pPr>
            <a:lvl2pPr>
              <a:buClr>
                <a:schemeClr val="accent1"/>
              </a:buClr>
              <a:defRPr sz="2667">
                <a:solidFill>
                  <a:schemeClr val="bg1"/>
                </a:solidFill>
              </a:defRPr>
            </a:lvl2pPr>
            <a:lvl3pPr>
              <a:buClr>
                <a:schemeClr val="accent1"/>
              </a:buClr>
              <a:defRPr sz="2400">
                <a:solidFill>
                  <a:schemeClr val="bg1"/>
                </a:solidFill>
              </a:defRPr>
            </a:lvl3pPr>
            <a:lvl4pPr>
              <a:buClr>
                <a:schemeClr val="accent1"/>
              </a:buClr>
              <a:defRPr sz="2133">
                <a:solidFill>
                  <a:schemeClr val="bg1"/>
                </a:solidFill>
              </a:defRPr>
            </a:lvl4pPr>
            <a:lvl5pPr>
              <a:buClr>
                <a:schemeClr val="accent1"/>
              </a:buClr>
              <a:defRPr sz="2133">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13" name="Picture 12">
            <a:extLst>
              <a:ext uri="{FF2B5EF4-FFF2-40B4-BE49-F238E27FC236}">
                <a16:creationId xmlns:a16="http://schemas.microsoft.com/office/drawing/2014/main" id="{7C859345-2B48-7408-B9FC-93473DEE30F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
        <p:nvSpPr>
          <p:cNvPr id="4" name="Picture Placeholder 3">
            <a:extLst>
              <a:ext uri="{FF2B5EF4-FFF2-40B4-BE49-F238E27FC236}">
                <a16:creationId xmlns:a16="http://schemas.microsoft.com/office/drawing/2014/main" id="{4B484570-6241-2AA8-DAED-5F742839FFEF}"/>
              </a:ext>
            </a:extLst>
          </p:cNvPr>
          <p:cNvSpPr>
            <a:spLocks noGrp="1"/>
          </p:cNvSpPr>
          <p:nvPr>
            <p:ph type="pic" sz="quarter" idx="13"/>
          </p:nvPr>
        </p:nvSpPr>
        <p:spPr>
          <a:xfrm>
            <a:off x="6430332" y="28668"/>
            <a:ext cx="5761669" cy="5870384"/>
          </a:xfrm>
          <a:custGeom>
            <a:avLst/>
            <a:gdLst>
              <a:gd name="connsiteX0" fmla="*/ 0 w 3935125"/>
              <a:gd name="connsiteY0" fmla="*/ 0 h 4009375"/>
              <a:gd name="connsiteX1" fmla="*/ 3935125 w 3935125"/>
              <a:gd name="connsiteY1" fmla="*/ 0 h 4009375"/>
              <a:gd name="connsiteX2" fmla="*/ 3935125 w 3935125"/>
              <a:gd name="connsiteY2" fmla="*/ 4009375 h 4009375"/>
              <a:gd name="connsiteX3" fmla="*/ 618169 w 3935125"/>
              <a:gd name="connsiteY3" fmla="*/ 4009375 h 4009375"/>
              <a:gd name="connsiteX4" fmla="*/ 0 w 3935125"/>
              <a:gd name="connsiteY4" fmla="*/ 3391206 h 40093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35125" h="4009375">
                <a:moveTo>
                  <a:pt x="0" y="0"/>
                </a:moveTo>
                <a:lnTo>
                  <a:pt x="3935125" y="0"/>
                </a:lnTo>
                <a:lnTo>
                  <a:pt x="3935125" y="4009375"/>
                </a:lnTo>
                <a:lnTo>
                  <a:pt x="618169" y="4009375"/>
                </a:lnTo>
                <a:cubicBezTo>
                  <a:pt x="276764" y="4009375"/>
                  <a:pt x="0" y="3732611"/>
                  <a:pt x="0" y="3391206"/>
                </a:cubicBezTo>
                <a:close/>
              </a:path>
            </a:pathLst>
          </a:custGeom>
        </p:spPr>
        <p:txBody>
          <a:bodyPr wrap="square">
            <a:noAutofit/>
          </a:bodyPr>
          <a:lstStyle/>
          <a:p>
            <a:endParaRPr lang="en-US"/>
          </a:p>
        </p:txBody>
      </p:sp>
    </p:spTree>
    <p:extLst>
      <p:ext uri="{BB962C8B-B14F-4D97-AF65-F5344CB8AC3E}">
        <p14:creationId xmlns:p14="http://schemas.microsoft.com/office/powerpoint/2010/main" val="157081060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Just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EAD93-1930-9CE4-92F9-CB4BBA81341C}"/>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635A415D-2F1F-B143-BA62-6BABD16E70A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A47ACEE6-6DDC-172B-7E6A-1F5B9901B89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254371531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ean 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2F8836D-CD11-8E19-E371-1C055D33C9D8}"/>
              </a:ext>
            </a:extLst>
          </p:cNvPr>
          <p:cNvSpPr>
            <a:spLocks noGrp="1"/>
          </p:cNvSpPr>
          <p:nvPr>
            <p:ph type="dt" idx="10"/>
          </p:nvPr>
        </p:nvSpPr>
        <p:spPr/>
        <p:txBody>
          <a:bodyPr/>
          <a:lstStyle/>
          <a:p>
            <a:fld id="{2E9F6446-2BF2-4D44-B716-2ABFAF5C8941}" type="datetime1">
              <a:rPr lang="en-GB" smtClean="0"/>
              <a:t>06/12/2025</a:t>
            </a:fld>
            <a:endParaRPr lang="en-GB"/>
          </a:p>
        </p:txBody>
      </p:sp>
      <p:sp>
        <p:nvSpPr>
          <p:cNvPr id="4" name="Slide Number Placeholder 3">
            <a:extLst>
              <a:ext uri="{FF2B5EF4-FFF2-40B4-BE49-F238E27FC236}">
                <a16:creationId xmlns:a16="http://schemas.microsoft.com/office/drawing/2014/main" id="{217D6451-A3A9-4898-B96A-F430C3032798}"/>
              </a:ext>
            </a:extLst>
          </p:cNvPr>
          <p:cNvSpPr>
            <a:spLocks noGrp="1"/>
          </p:cNvSpPr>
          <p:nvPr>
            <p:ph type="sldNum" idx="11"/>
          </p:nvPr>
        </p:nvSpPr>
        <p:spPr/>
        <p:txBody>
          <a:bodyPr/>
          <a:lstStyle>
            <a:lvl1pPr algn="r">
              <a:defRPr/>
            </a:lvl1pPr>
          </a:lstStyle>
          <a:p>
            <a:fld id="{00000000-1234-1234-1234-123412341234}" type="slidenum">
              <a:rPr lang="en-GB" smtClean="0"/>
              <a:pPr/>
              <a:t>‹#›</a:t>
            </a:fld>
            <a:endParaRPr lang="en-GB"/>
          </a:p>
        </p:txBody>
      </p:sp>
      <p:pic>
        <p:nvPicPr>
          <p:cNvPr id="5" name="Picture 4">
            <a:extLst>
              <a:ext uri="{FF2B5EF4-FFF2-40B4-BE49-F238E27FC236}">
                <a16:creationId xmlns:a16="http://schemas.microsoft.com/office/drawing/2014/main" id="{B6E1A223-3602-1C4D-02A2-7752E0A4E5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488151" y="6086649"/>
            <a:ext cx="733008" cy="308864"/>
          </a:xfrm>
          <a:prstGeom prst="rect">
            <a:avLst/>
          </a:prstGeom>
        </p:spPr>
      </p:pic>
    </p:spTree>
    <p:extLst>
      <p:ext uri="{BB962C8B-B14F-4D97-AF65-F5344CB8AC3E}">
        <p14:creationId xmlns:p14="http://schemas.microsoft.com/office/powerpoint/2010/main" val="37261032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7FD2358-4116-32B5-F26F-D02226622ED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82312" cy="6908800"/>
          </a:xfrm>
          <a:prstGeom prst="rect">
            <a:avLst/>
          </a:prstGeom>
        </p:spPr>
      </p:pic>
      <p:sp>
        <p:nvSpPr>
          <p:cNvPr id="2" name="Title 1">
            <a:extLst>
              <a:ext uri="{FF2B5EF4-FFF2-40B4-BE49-F238E27FC236}">
                <a16:creationId xmlns:a16="http://schemas.microsoft.com/office/drawing/2014/main" id="{F90EAD93-1930-9CE4-92F9-CB4BBA81341C}"/>
              </a:ext>
            </a:extLst>
          </p:cNvPr>
          <p:cNvSpPr>
            <a:spLocks noGrp="1"/>
          </p:cNvSpPr>
          <p:nvPr>
            <p:ph type="title" hasCustomPrompt="1"/>
          </p:nvPr>
        </p:nvSpPr>
        <p:spPr>
          <a:xfrm>
            <a:off x="500103" y="567346"/>
            <a:ext cx="10515600" cy="1325033"/>
          </a:xfrm>
        </p:spPr>
        <p:txBody>
          <a:bodyPr/>
          <a:lstStyle>
            <a:lvl1pPr>
              <a:defRPr>
                <a:solidFill>
                  <a:schemeClr val="bg1"/>
                </a:solidFill>
              </a:defRPr>
            </a:lvl1pPr>
          </a:lstStyle>
          <a:p>
            <a:r>
              <a:rPr lang="en-GB"/>
              <a:t>Thank you</a:t>
            </a:r>
            <a:endParaRPr lang="en-US"/>
          </a:p>
        </p:txBody>
      </p:sp>
      <p:sp>
        <p:nvSpPr>
          <p:cNvPr id="7" name="Content Placeholder 2">
            <a:extLst>
              <a:ext uri="{FF2B5EF4-FFF2-40B4-BE49-F238E27FC236}">
                <a16:creationId xmlns:a16="http://schemas.microsoft.com/office/drawing/2014/main" id="{1714766F-CA55-B58F-B135-B22E4B21707B}"/>
              </a:ext>
            </a:extLst>
          </p:cNvPr>
          <p:cNvSpPr>
            <a:spLocks noGrp="1"/>
          </p:cNvSpPr>
          <p:nvPr>
            <p:ph sz="half" idx="1"/>
          </p:nvPr>
        </p:nvSpPr>
        <p:spPr>
          <a:xfrm>
            <a:off x="500102" y="2245038"/>
            <a:ext cx="8751473" cy="1870063"/>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pic>
        <p:nvPicPr>
          <p:cNvPr id="8" name="Picture 7">
            <a:extLst>
              <a:ext uri="{FF2B5EF4-FFF2-40B4-BE49-F238E27FC236}">
                <a16:creationId xmlns:a16="http://schemas.microsoft.com/office/drawing/2014/main" id="{13895825-72A7-324E-9A24-5E7861E4F732}"/>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633105" y="5742414"/>
            <a:ext cx="2836347" cy="363087"/>
          </a:xfrm>
          <a:prstGeom prst="rect">
            <a:avLst/>
          </a:prstGeom>
        </p:spPr>
      </p:pic>
    </p:spTree>
    <p:extLst>
      <p:ext uri="{BB962C8B-B14F-4D97-AF65-F5344CB8AC3E}">
        <p14:creationId xmlns:p14="http://schemas.microsoft.com/office/powerpoint/2010/main" val="1033591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End with Addresses">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3B82B64C-4A21-48EF-230D-CF646101A965}"/>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282312" cy="6908800"/>
          </a:xfrm>
          <a:prstGeom prst="rect">
            <a:avLst/>
          </a:prstGeom>
        </p:spPr>
      </p:pic>
      <p:pic>
        <p:nvPicPr>
          <p:cNvPr id="7" name="Picture 6">
            <a:extLst>
              <a:ext uri="{FF2B5EF4-FFF2-40B4-BE49-F238E27FC236}">
                <a16:creationId xmlns:a16="http://schemas.microsoft.com/office/drawing/2014/main" id="{FCAD9A4C-D34B-B0BC-0E62-A6F8857C8C5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36305" y="937331"/>
            <a:ext cx="2836347" cy="363087"/>
          </a:xfrm>
          <a:prstGeom prst="rect">
            <a:avLst/>
          </a:prstGeom>
        </p:spPr>
      </p:pic>
      <p:grpSp>
        <p:nvGrpSpPr>
          <p:cNvPr id="8" name="Group 7">
            <a:extLst>
              <a:ext uri="{FF2B5EF4-FFF2-40B4-BE49-F238E27FC236}">
                <a16:creationId xmlns:a16="http://schemas.microsoft.com/office/drawing/2014/main" id="{9535EE59-ECCB-8065-694C-8E4E76D63E7D}"/>
              </a:ext>
            </a:extLst>
          </p:cNvPr>
          <p:cNvGrpSpPr/>
          <p:nvPr userDrawn="1"/>
        </p:nvGrpSpPr>
        <p:grpSpPr>
          <a:xfrm>
            <a:off x="836306" y="2555969"/>
            <a:ext cx="6192909" cy="3390523"/>
            <a:chOff x="1243806" y="6879747"/>
            <a:chExt cx="5311140" cy="3705984"/>
          </a:xfrm>
        </p:grpSpPr>
        <p:sp>
          <p:nvSpPr>
            <p:cNvPr id="9" name="object 4">
              <a:extLst>
                <a:ext uri="{FF2B5EF4-FFF2-40B4-BE49-F238E27FC236}">
                  <a16:creationId xmlns:a16="http://schemas.microsoft.com/office/drawing/2014/main" id="{5CDD6526-A240-87EB-44B1-FCEC4312E6AF}"/>
                </a:ext>
              </a:extLst>
            </p:cNvPr>
            <p:cNvSpPr txBox="1"/>
            <p:nvPr/>
          </p:nvSpPr>
          <p:spPr>
            <a:xfrm>
              <a:off x="1243806" y="8198706"/>
              <a:ext cx="2432497" cy="1078624"/>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Microlise Limited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Farrington Way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Eastwood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Nottinghamshire</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NG16 3AG</a:t>
              </a:r>
              <a:endParaRPr sz="1200">
                <a:latin typeface="DM Sans" pitchFamily="2" charset="77"/>
                <a:cs typeface="Calibri"/>
              </a:endParaRPr>
            </a:p>
          </p:txBody>
        </p:sp>
        <p:sp>
          <p:nvSpPr>
            <p:cNvPr id="10" name="object 5">
              <a:extLst>
                <a:ext uri="{FF2B5EF4-FFF2-40B4-BE49-F238E27FC236}">
                  <a16:creationId xmlns:a16="http://schemas.microsoft.com/office/drawing/2014/main" id="{D3AEB353-018B-618A-B8F0-7C8493D19746}"/>
                </a:ext>
              </a:extLst>
            </p:cNvPr>
            <p:cNvSpPr txBox="1"/>
            <p:nvPr/>
          </p:nvSpPr>
          <p:spPr>
            <a:xfrm>
              <a:off x="1243807" y="9765024"/>
              <a:ext cx="1500244" cy="820707"/>
            </a:xfrm>
            <a:prstGeom prst="rect">
              <a:avLst/>
            </a:prstGeom>
          </p:spPr>
          <p:txBody>
            <a:bodyPr vert="horz" wrap="square" lIns="0" tIns="12065" rIns="0" bIns="0" rtlCol="0">
              <a:spAutoFit/>
            </a:bodyPr>
            <a:lstStyle/>
            <a:p>
              <a:pPr marL="16933" marR="408083">
                <a:lnSpc>
                  <a:spcPct val="100000"/>
                </a:lnSpc>
                <a:spcBef>
                  <a:spcPts val="127"/>
                </a:spcBef>
              </a:pPr>
              <a:r>
                <a:rPr sz="1200">
                  <a:solidFill>
                    <a:srgbClr val="FFFFFF"/>
                  </a:solidFill>
                  <a:latin typeface="DM Sans" pitchFamily="2" charset="77"/>
                  <a:cs typeface="Calibri"/>
                </a:rPr>
                <a:t>Registered in England &amp; Wales with</a:t>
              </a:r>
              <a:r>
                <a:rPr lang="en-GB" sz="1200">
                  <a:solidFill>
                    <a:srgbClr val="FFFFFF"/>
                  </a:solidFill>
                  <a:latin typeface="DM Sans" pitchFamily="2" charset="77"/>
                  <a:cs typeface="Calibri"/>
                </a:rPr>
                <a:t> </a:t>
              </a:r>
              <a:r>
                <a:rPr sz="1200">
                  <a:solidFill>
                    <a:srgbClr val="FFFFFF"/>
                  </a:solidFill>
                  <a:latin typeface="DM Sans" pitchFamily="2" charset="77"/>
                  <a:cs typeface="Calibri"/>
                </a:rPr>
                <a:t>Company No. 03037936</a:t>
              </a:r>
              <a:endParaRPr sz="1200">
                <a:latin typeface="DM Sans" pitchFamily="2" charset="77"/>
                <a:cs typeface="Calibri"/>
              </a:endParaRPr>
            </a:p>
          </p:txBody>
        </p:sp>
        <p:sp>
          <p:nvSpPr>
            <p:cNvPr id="11" name="object 6">
              <a:extLst>
                <a:ext uri="{FF2B5EF4-FFF2-40B4-BE49-F238E27FC236}">
                  <a16:creationId xmlns:a16="http://schemas.microsoft.com/office/drawing/2014/main" id="{7B1C569B-8C1B-4838-1EA3-33558516C075}"/>
                </a:ext>
              </a:extLst>
            </p:cNvPr>
            <p:cNvSpPr txBox="1"/>
            <p:nvPr/>
          </p:nvSpPr>
          <p:spPr>
            <a:xfrm>
              <a:off x="2744051" y="8198706"/>
              <a:ext cx="1688171" cy="1036572"/>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Microlise Group plc Farrington Way </a:t>
              </a:r>
              <a:br>
                <a:rPr lang="en-GB" sz="1200">
                  <a:solidFill>
                    <a:srgbClr val="FFFFFF"/>
                  </a:solidFill>
                  <a:latin typeface="DM Sans" pitchFamily="2" charset="77"/>
                  <a:cs typeface="Calibri"/>
                </a:rPr>
              </a:br>
              <a:r>
                <a:rPr sz="1200">
                  <a:solidFill>
                    <a:srgbClr val="FFFFFF"/>
                  </a:solidFill>
                  <a:latin typeface="DM Sans" pitchFamily="2" charset="77"/>
                  <a:cs typeface="Calibri"/>
                </a:rPr>
                <a:t>Eastwood </a:t>
              </a:r>
              <a:br>
                <a:rPr lang="en-GB" sz="1200">
                  <a:solidFill>
                    <a:srgbClr val="FFFFFF"/>
                  </a:solidFill>
                  <a:latin typeface="DM Sans" pitchFamily="2" charset="77"/>
                  <a:cs typeface="Calibri"/>
                </a:rPr>
              </a:br>
              <a:r>
                <a:rPr sz="1200">
                  <a:solidFill>
                    <a:srgbClr val="FFFFFF"/>
                  </a:solidFill>
                  <a:latin typeface="DM Sans" pitchFamily="2" charset="77"/>
                  <a:cs typeface="Calibri"/>
                </a:rPr>
                <a:t>Nottinghamshire </a:t>
              </a:r>
              <a:endParaRPr lang="en-GB" sz="1200">
                <a:solidFill>
                  <a:srgbClr val="FFFFFF"/>
                </a:solidFill>
                <a:latin typeface="DM Sans" pitchFamily="2" charset="77"/>
                <a:cs typeface="Calibri"/>
              </a:endParaRPr>
            </a:p>
            <a:p>
              <a:pPr marL="16933" marR="6773">
                <a:lnSpc>
                  <a:spcPct val="100000"/>
                </a:lnSpc>
                <a:spcBef>
                  <a:spcPts val="127"/>
                </a:spcBef>
              </a:pPr>
              <a:r>
                <a:rPr sz="1200">
                  <a:solidFill>
                    <a:srgbClr val="FFFFFF"/>
                  </a:solidFill>
                  <a:latin typeface="DM Sans" pitchFamily="2" charset="77"/>
                  <a:cs typeface="Calibri"/>
                </a:rPr>
                <a:t>NG16 3AG</a:t>
              </a:r>
              <a:endParaRPr sz="1200">
                <a:latin typeface="DM Sans" pitchFamily="2" charset="77"/>
                <a:cs typeface="Calibri"/>
              </a:endParaRPr>
            </a:p>
          </p:txBody>
        </p:sp>
        <p:sp>
          <p:nvSpPr>
            <p:cNvPr id="12" name="object 7">
              <a:extLst>
                <a:ext uri="{FF2B5EF4-FFF2-40B4-BE49-F238E27FC236}">
                  <a16:creationId xmlns:a16="http://schemas.microsoft.com/office/drawing/2014/main" id="{BFF300BA-FBA5-33AB-D570-DEF601C7592E}"/>
                </a:ext>
              </a:extLst>
            </p:cNvPr>
            <p:cNvSpPr txBox="1"/>
            <p:nvPr/>
          </p:nvSpPr>
          <p:spPr>
            <a:xfrm>
              <a:off x="2744052" y="9765024"/>
              <a:ext cx="1308883" cy="820707"/>
            </a:xfrm>
            <a:prstGeom prst="rect">
              <a:avLst/>
            </a:prstGeom>
          </p:spPr>
          <p:txBody>
            <a:bodyPr vert="horz" wrap="square" lIns="0" tIns="12065" rIns="0" bIns="0" rtlCol="0">
              <a:spAutoFit/>
            </a:bodyPr>
            <a:lstStyle/>
            <a:p>
              <a:pPr marL="16933" marR="6773">
                <a:lnSpc>
                  <a:spcPct val="100000"/>
                </a:lnSpc>
                <a:spcBef>
                  <a:spcPts val="127"/>
                </a:spcBef>
              </a:pPr>
              <a:r>
                <a:rPr sz="1200">
                  <a:solidFill>
                    <a:srgbClr val="FFFFFF"/>
                  </a:solidFill>
                  <a:latin typeface="DM Sans" pitchFamily="2" charset="77"/>
                  <a:cs typeface="Calibri"/>
                </a:rPr>
                <a:t>Registered in England &amp;  Wales with Company No. 11553192</a:t>
              </a:r>
              <a:endParaRPr sz="1200">
                <a:latin typeface="DM Sans" pitchFamily="2" charset="77"/>
                <a:cs typeface="Calibri"/>
              </a:endParaRPr>
            </a:p>
          </p:txBody>
        </p:sp>
        <p:sp>
          <p:nvSpPr>
            <p:cNvPr id="13" name="object 16">
              <a:extLst>
                <a:ext uri="{FF2B5EF4-FFF2-40B4-BE49-F238E27FC236}">
                  <a16:creationId xmlns:a16="http://schemas.microsoft.com/office/drawing/2014/main" id="{434445B8-5756-9429-2A0F-FEE153B50457}"/>
                </a:ext>
              </a:extLst>
            </p:cNvPr>
            <p:cNvSpPr txBox="1"/>
            <p:nvPr/>
          </p:nvSpPr>
          <p:spPr>
            <a:xfrm>
              <a:off x="1243806" y="6879747"/>
              <a:ext cx="5311140" cy="557184"/>
            </a:xfrm>
            <a:prstGeom prst="rect">
              <a:avLst/>
            </a:prstGeom>
          </p:spPr>
          <p:txBody>
            <a:bodyPr vert="horz" wrap="square" lIns="0" tIns="17145" rIns="0" bIns="0" rtlCol="0">
              <a:spAutoFit/>
            </a:bodyPr>
            <a:lstStyle/>
            <a:p>
              <a:pPr marL="16933">
                <a:lnSpc>
                  <a:spcPct val="100000"/>
                </a:lnSpc>
                <a:spcBef>
                  <a:spcPts val="180"/>
                </a:spcBef>
              </a:pPr>
              <a:r>
                <a:rPr sz="3200">
                  <a:solidFill>
                    <a:schemeClr val="accent1"/>
                  </a:solidFill>
                  <a:latin typeface="DM Sans" pitchFamily="2" charset="77"/>
                  <a:cs typeface="Calibri"/>
                </a:rPr>
                <a:t>www.microlise.com</a:t>
              </a:r>
              <a:r>
                <a:rPr lang="en-GB" sz="3200">
                  <a:solidFill>
                    <a:schemeClr val="accent1"/>
                  </a:solidFill>
                  <a:latin typeface="DM Sans" pitchFamily="2" charset="77"/>
                  <a:cs typeface="Calibri"/>
                </a:rPr>
                <a:t> </a:t>
              </a:r>
              <a:endParaRPr sz="3200">
                <a:solidFill>
                  <a:schemeClr val="accent1"/>
                </a:solidFill>
                <a:latin typeface="DM Sans" pitchFamily="2" charset="77"/>
                <a:cs typeface="Calibri"/>
              </a:endParaRPr>
            </a:p>
          </p:txBody>
        </p:sp>
      </p:grpSp>
    </p:spTree>
    <p:extLst>
      <p:ext uri="{BB962C8B-B14F-4D97-AF65-F5344CB8AC3E}">
        <p14:creationId xmlns:p14="http://schemas.microsoft.com/office/powerpoint/2010/main" val="827839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userDrawn="1">
  <p:cSld name="Module Starting Slide">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0" y="0"/>
            <a:ext cx="4580096" cy="6858000"/>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10" name="Parallelogram 14">
            <a:extLst>
              <a:ext uri="{FF2B5EF4-FFF2-40B4-BE49-F238E27FC236}">
                <a16:creationId xmlns:a16="http://schemas.microsoft.com/office/drawing/2014/main" id="{BA60C70F-7EE5-4927-B922-88B1C47FADB9}"/>
              </a:ext>
            </a:extLst>
          </p:cNvPr>
          <p:cNvSpPr/>
          <p:nvPr userDrawn="1"/>
        </p:nvSpPr>
        <p:spPr>
          <a:xfrm>
            <a:off x="7448551" y="0"/>
            <a:ext cx="2857500" cy="6858000"/>
          </a:xfrm>
          <a:prstGeom prst="parallelogram">
            <a:avLst>
              <a:gd name="adj" fmla="val 0"/>
            </a:avLst>
          </a:prstGeom>
          <a:solidFill>
            <a:schemeClr val="bg1">
              <a:lumMod val="95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n-GB" sz="1400" noProof="0"/>
          </a:p>
        </p:txBody>
      </p:sp>
      <p:sp>
        <p:nvSpPr>
          <p:cNvPr id="3" name="Content Placeholder 2"/>
          <p:cNvSpPr>
            <a:spLocks noGrp="1"/>
          </p:cNvSpPr>
          <p:nvPr>
            <p:ph idx="1"/>
          </p:nvPr>
        </p:nvSpPr>
        <p:spPr>
          <a:xfrm>
            <a:off x="4984723" y="2134953"/>
            <a:ext cx="6189797" cy="3755104"/>
          </a:xfrm>
        </p:spPr>
        <p:txBody>
          <a:bodyPr rtlCol="0" anchor="t">
            <a:normAutofit/>
          </a:bodyPr>
          <a:lstStyle>
            <a:lvl1pPr>
              <a:defRPr sz="2000"/>
            </a:lvl1pPr>
            <a:lvl2pPr>
              <a:defRPr sz="1800"/>
            </a:lvl2pPr>
            <a:lvl3pPr>
              <a:defRPr sz="1400"/>
            </a:lvl3pPr>
            <a:lvl4pPr>
              <a:defRPr sz="1400"/>
            </a:lvl4pPr>
            <a:lvl5pPr>
              <a:defRPr sz="14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4984723" y="412259"/>
            <a:ext cx="6189797" cy="1111368"/>
          </a:xfrm>
        </p:spPr>
        <p:txBody>
          <a:bodyPr rtlCol="0">
            <a:noAutofit/>
          </a:bodyPr>
          <a:lstStyle>
            <a:lvl1pPr>
              <a:defRPr sz="36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p:nvPr userDrawn="1"/>
        </p:nvCxnSpPr>
        <p:spPr>
          <a:xfrm>
            <a:off x="4984723" y="1768415"/>
            <a:ext cx="6189797" cy="0"/>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989637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userDrawn="1">
  <p:cSld name="10_Content with Caption">
    <p:spTree>
      <p:nvGrpSpPr>
        <p:cNvPr id="1" name=""/>
        <p:cNvGrpSpPr/>
        <p:nvPr/>
      </p:nvGrpSpPr>
      <p:grpSpPr>
        <a:xfrm>
          <a:off x="0" y="0"/>
          <a:ext cx="0" cy="0"/>
          <a:chOff x="0" y="0"/>
          <a:chExt cx="0" cy="0"/>
        </a:xfrm>
      </p:grpSpPr>
      <p:sp>
        <p:nvSpPr>
          <p:cNvPr id="18" name="Picture Placeholder 9">
            <a:extLst>
              <a:ext uri="{FF2B5EF4-FFF2-40B4-BE49-F238E27FC236}">
                <a16:creationId xmlns:a16="http://schemas.microsoft.com/office/drawing/2014/main" id="{4F173117-1383-4956-B947-1EA7A51D0D4A}"/>
              </a:ext>
            </a:extLst>
          </p:cNvPr>
          <p:cNvSpPr>
            <a:spLocks noGrp="1"/>
          </p:cNvSpPr>
          <p:nvPr>
            <p:ph type="pic" sz="quarter" idx="13"/>
          </p:nvPr>
        </p:nvSpPr>
        <p:spPr>
          <a:xfrm>
            <a:off x="4503928" y="1222867"/>
            <a:ext cx="7075451" cy="4520901"/>
          </a:xfrm>
        </p:spPr>
        <p:txBody>
          <a:bodyPr rtlCol="0"/>
          <a:lstStyle>
            <a:lvl1pPr>
              <a:defRPr>
                <a:solidFill>
                  <a:schemeClr val="tx1">
                    <a:lumMod val="75000"/>
                    <a:lumOff val="25000"/>
                  </a:schemeClr>
                </a:solidFill>
              </a:defRPr>
            </a:lvl1pPr>
          </a:lstStyle>
          <a:p>
            <a:pPr rtl="0"/>
            <a:r>
              <a:rPr lang="en-US" noProof="0"/>
              <a:t>Click icon to add picture</a:t>
            </a:r>
            <a:endParaRPr lang="en-GB" noProof="0"/>
          </a:p>
        </p:txBody>
      </p:sp>
      <p:sp>
        <p:nvSpPr>
          <p:cNvPr id="3" name="Content Placeholder 2"/>
          <p:cNvSpPr>
            <a:spLocks noGrp="1"/>
          </p:cNvSpPr>
          <p:nvPr>
            <p:ph idx="1"/>
          </p:nvPr>
        </p:nvSpPr>
        <p:spPr>
          <a:xfrm>
            <a:off x="141842" y="1363853"/>
            <a:ext cx="3434279" cy="4937360"/>
          </a:xfrm>
        </p:spPr>
        <p:txBody>
          <a:bodyPr rtlCol="0" anchor="t">
            <a:normAutofit/>
          </a:bodyPr>
          <a:lstStyle>
            <a:lvl1pPr>
              <a:defRPr sz="1600"/>
            </a:lvl1pPr>
            <a:lvl2pPr>
              <a:defRPr sz="1400"/>
            </a:lvl2pPr>
            <a:lvl3pPr>
              <a:defRPr sz="1100"/>
            </a:lvl3pPr>
            <a:lvl4pPr>
              <a:defRPr sz="1100"/>
            </a:lvl4pPr>
            <a:lvl5pPr>
              <a:defRPr sz="1100"/>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en-GB" noProof="0"/>
          </a:p>
        </p:txBody>
      </p:sp>
      <p:sp>
        <p:nvSpPr>
          <p:cNvPr id="5" name="Title 1">
            <a:extLst>
              <a:ext uri="{FF2B5EF4-FFF2-40B4-BE49-F238E27FC236}">
                <a16:creationId xmlns:a16="http://schemas.microsoft.com/office/drawing/2014/main" id="{22CFFCFE-1D31-A30F-F50C-B0F2410AF35F}"/>
              </a:ext>
            </a:extLst>
          </p:cNvPr>
          <p:cNvSpPr>
            <a:spLocks noGrp="1"/>
          </p:cNvSpPr>
          <p:nvPr>
            <p:ph type="title"/>
          </p:nvPr>
        </p:nvSpPr>
        <p:spPr>
          <a:xfrm>
            <a:off x="141841" y="365580"/>
            <a:ext cx="3452385" cy="702877"/>
          </a:xfrm>
        </p:spPr>
        <p:txBody>
          <a:bodyPr rtlCol="0">
            <a:noAutofit/>
          </a:bodyPr>
          <a:lstStyle>
            <a:lvl1pPr>
              <a:defRPr sz="2000"/>
            </a:lvl1pPr>
          </a:lstStyle>
          <a:p>
            <a:pPr rtl="0"/>
            <a:r>
              <a:rPr lang="en-US" noProof="0"/>
              <a:t>Click to edit Master title style</a:t>
            </a:r>
            <a:endParaRPr lang="en-GB" noProof="0"/>
          </a:p>
        </p:txBody>
      </p:sp>
      <p:cxnSp>
        <p:nvCxnSpPr>
          <p:cNvPr id="7" name="Straight Connector 6">
            <a:extLst>
              <a:ext uri="{FF2B5EF4-FFF2-40B4-BE49-F238E27FC236}">
                <a16:creationId xmlns:a16="http://schemas.microsoft.com/office/drawing/2014/main" id="{7EA5A7F9-815F-CB72-FEA5-B883FA33AAEE}"/>
              </a:ext>
            </a:extLst>
          </p:cNvPr>
          <p:cNvCxnSpPr>
            <a:cxnSpLocks/>
          </p:cNvCxnSpPr>
          <p:nvPr userDrawn="1"/>
        </p:nvCxnSpPr>
        <p:spPr>
          <a:xfrm>
            <a:off x="123732" y="1222867"/>
            <a:ext cx="3452387"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6" name="Straight Connector 5">
            <a:extLst>
              <a:ext uri="{FF2B5EF4-FFF2-40B4-BE49-F238E27FC236}">
                <a16:creationId xmlns:a16="http://schemas.microsoft.com/office/drawing/2014/main" id="{4FC02E08-8FFB-2F32-CE3B-196AD2A7D13E}"/>
              </a:ext>
            </a:extLst>
          </p:cNvPr>
          <p:cNvCxnSpPr>
            <a:cxnSpLocks/>
          </p:cNvCxnSpPr>
          <p:nvPr userDrawn="1"/>
        </p:nvCxnSpPr>
        <p:spPr>
          <a:xfrm>
            <a:off x="3689289" y="365579"/>
            <a:ext cx="0" cy="5935635"/>
          </a:xfrm>
          <a:prstGeom prst="line">
            <a:avLst/>
          </a:prstGeom>
          <a:ln w="952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57726024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Rectangle 1"/>
          <p:cNvSpPr/>
          <p:nvPr userDrawn="1"/>
        </p:nvSpPr>
        <p:spPr>
          <a:xfrm>
            <a:off x="-11291" y="-1"/>
            <a:ext cx="5179243" cy="6858001"/>
          </a:xfrm>
          <a:prstGeom prst="rect">
            <a:avLst/>
          </a:prstGeom>
          <a:solidFill>
            <a:srgbClr val="007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GB" sz="2400"/>
          </a:p>
        </p:txBody>
      </p:sp>
      <p:pic>
        <p:nvPicPr>
          <p:cNvPr id="4" name="Picture 2" descr="Y:\Branding &amp; Graphics JD\Microlise Logos\Standard logo\White\PNG\Microlise_Logo_White_800px_web.png"/>
          <p:cNvPicPr>
            <a:picLocks noChangeAspect="1" noChangeArrowheads="1"/>
          </p:cNvPicPr>
          <p:nvPr userDrawn="1"/>
        </p:nvPicPr>
        <p:blipFill>
          <a:blip r:embed="rId2" cstate="screen">
            <a:extLst>
              <a:ext uri="{28A0092B-C50C-407E-A947-70E740481C1C}">
                <a14:useLocalDpi xmlns:a14="http://schemas.microsoft.com/office/drawing/2010/main"/>
              </a:ext>
            </a:extLst>
          </a:blip>
          <a:srcRect/>
          <a:stretch>
            <a:fillRect/>
          </a:stretch>
        </p:blipFill>
        <p:spPr bwMode="auto">
          <a:xfrm>
            <a:off x="773238" y="664535"/>
            <a:ext cx="1338137" cy="6100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2234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0698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theme" Target="../theme/theme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638055-2C64-3A7C-EB0C-E54DBA8F1A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6FB1F4-82BA-02F8-938E-2E204F477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2AF281-1FA3-E3A0-A5F6-1AED31595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947892-5885-4592-8826-1D5801BC7FD5}" type="datetimeFigureOut">
              <a:rPr lang="en-IN" smtClean="0"/>
              <a:t>06-12-2025</a:t>
            </a:fld>
            <a:endParaRPr lang="en-IN"/>
          </a:p>
        </p:txBody>
      </p:sp>
      <p:sp>
        <p:nvSpPr>
          <p:cNvPr id="5" name="Footer Placeholder 4">
            <a:extLst>
              <a:ext uri="{FF2B5EF4-FFF2-40B4-BE49-F238E27FC236}">
                <a16:creationId xmlns:a16="http://schemas.microsoft.com/office/drawing/2014/main" id="{B0185B30-03A0-AC4D-780A-39EFB4DE82E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E01A43C-14AB-D914-ACFE-6F2C6618E8F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417E61-C870-4212-B321-8585F03E09CE}" type="slidenum">
              <a:rPr lang="en-IN" smtClean="0"/>
              <a:t>‹#›</a:t>
            </a:fld>
            <a:endParaRPr lang="en-IN"/>
          </a:p>
        </p:txBody>
      </p:sp>
    </p:spTree>
    <p:extLst>
      <p:ext uri="{BB962C8B-B14F-4D97-AF65-F5344CB8AC3E}">
        <p14:creationId xmlns:p14="http://schemas.microsoft.com/office/powerpoint/2010/main" val="26142975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B77C89-30AF-531D-EA53-92B212C544C4}"/>
              </a:ext>
            </a:extLst>
          </p:cNvPr>
          <p:cNvSpPr>
            <a:spLocks noGrp="1"/>
          </p:cNvSpPr>
          <p:nvPr>
            <p:ph type="title"/>
          </p:nvPr>
        </p:nvSpPr>
        <p:spPr>
          <a:xfrm>
            <a:off x="500103" y="366185"/>
            <a:ext cx="10515600" cy="1325033"/>
          </a:xfrm>
          <a:prstGeom prst="rect">
            <a:avLst/>
          </a:prstGeom>
        </p:spPr>
        <p:txBody>
          <a:bodyPr vert="horz" lIns="91440" tIns="45720" rIns="91440" bIns="45720" rtlCol="0" anchor="ctr">
            <a:no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83950DF-701D-D598-68F0-FCD09E7585B5}"/>
              </a:ext>
            </a:extLst>
          </p:cNvPr>
          <p:cNvSpPr>
            <a:spLocks noGrp="1"/>
          </p:cNvSpPr>
          <p:nvPr>
            <p:ph type="body" idx="1"/>
          </p:nvPr>
        </p:nvSpPr>
        <p:spPr>
          <a:xfrm>
            <a:off x="500103" y="1826684"/>
            <a:ext cx="10515600" cy="4349749"/>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DBF03E1-14AE-35AA-9268-AE524D44C954}"/>
              </a:ext>
            </a:extLst>
          </p:cNvPr>
          <p:cNvSpPr>
            <a:spLocks noGrp="1"/>
          </p:cNvSpPr>
          <p:nvPr>
            <p:ph type="dt" sz="half" idx="2"/>
          </p:nvPr>
        </p:nvSpPr>
        <p:spPr>
          <a:xfrm>
            <a:off x="8260549" y="6176434"/>
            <a:ext cx="2743200" cy="366183"/>
          </a:xfrm>
          <a:prstGeom prst="rect">
            <a:avLst/>
          </a:prstGeom>
        </p:spPr>
        <p:txBody>
          <a:bodyPr vert="horz" lIns="91440" tIns="45720" rIns="91440" bIns="45720" rtlCol="0" anchor="ctr"/>
          <a:lstStyle>
            <a:lvl1pPr algn="r">
              <a:defRPr sz="1200" b="0" i="0">
                <a:solidFill>
                  <a:schemeClr val="tx1"/>
                </a:solidFill>
                <a:latin typeface="Outfit Light" pitchFamily="2" charset="0"/>
              </a:defRPr>
            </a:lvl1pPr>
          </a:lstStyle>
          <a:p>
            <a:fld id="{B8DA1A95-0620-4B43-9EA1-72D8A64E0460}" type="datetime1">
              <a:rPr lang="en-GB" smtClean="0"/>
              <a:t>06/12/2025</a:t>
            </a:fld>
            <a:endParaRPr lang="en-US"/>
          </a:p>
        </p:txBody>
      </p:sp>
      <p:sp>
        <p:nvSpPr>
          <p:cNvPr id="6" name="Slide Number Placeholder 5">
            <a:extLst>
              <a:ext uri="{FF2B5EF4-FFF2-40B4-BE49-F238E27FC236}">
                <a16:creationId xmlns:a16="http://schemas.microsoft.com/office/drawing/2014/main" id="{26016C77-B5B6-9D68-8334-B64DFFC7CC16}"/>
              </a:ext>
            </a:extLst>
          </p:cNvPr>
          <p:cNvSpPr>
            <a:spLocks noGrp="1"/>
          </p:cNvSpPr>
          <p:nvPr>
            <p:ph type="sldNum" sz="quarter" idx="4"/>
          </p:nvPr>
        </p:nvSpPr>
        <p:spPr>
          <a:xfrm>
            <a:off x="11003750" y="6176434"/>
            <a:ext cx="812276" cy="366183"/>
          </a:xfrm>
          <a:prstGeom prst="rect">
            <a:avLst/>
          </a:prstGeom>
        </p:spPr>
        <p:txBody>
          <a:bodyPr vert="horz" lIns="91440" tIns="45720" rIns="91440" bIns="45720" rtlCol="0" anchor="ctr"/>
          <a:lstStyle>
            <a:lvl1pPr algn="r">
              <a:defRPr sz="1200" b="0" i="0">
                <a:solidFill>
                  <a:schemeClr val="tx1"/>
                </a:solidFill>
                <a:latin typeface="Outfit Light" pitchFamily="2" charset="0"/>
              </a:defRPr>
            </a:lvl1pPr>
          </a:lstStyle>
          <a:p>
            <a:fld id="{CC0CD38E-35A1-2247-B55D-C6626AF9BA09}" type="slidenum">
              <a:rPr lang="en-US" smtClean="0"/>
              <a:pPr/>
              <a:t>‹#›</a:t>
            </a:fld>
            <a:endParaRPr lang="en-US"/>
          </a:p>
        </p:txBody>
      </p:sp>
    </p:spTree>
    <p:extLst>
      <p:ext uri="{BB962C8B-B14F-4D97-AF65-F5344CB8AC3E}">
        <p14:creationId xmlns:p14="http://schemas.microsoft.com/office/powerpoint/2010/main" val="404601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Lst>
  <p:hf hdr="0" ftr="0" dt="0"/>
  <p:txStyles>
    <p:titleStyle>
      <a:lvl1pPr algn="l" defTabSz="1219170" rtl="0" eaLnBrk="1" latinLnBrk="0" hangingPunct="1">
        <a:lnSpc>
          <a:spcPct val="90000"/>
        </a:lnSpc>
        <a:spcBef>
          <a:spcPct val="0"/>
        </a:spcBef>
        <a:buNone/>
        <a:defRPr sz="5333" kern="1200">
          <a:solidFill>
            <a:schemeClr val="tx1"/>
          </a:solidFill>
          <a:latin typeface="Archia" panose="02000503000000020004" pitchFamily="2" charset="77"/>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b="0" i="0" kern="1200">
          <a:solidFill>
            <a:schemeClr val="tx1"/>
          </a:solidFill>
          <a:latin typeface="Outfit Light" pitchFamily="2" charset="0"/>
          <a:ea typeface="+mn-ea"/>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b="0" i="0" kern="1200">
          <a:solidFill>
            <a:schemeClr val="tx1"/>
          </a:solidFill>
          <a:latin typeface="Outfit Light" pitchFamily="2" charset="0"/>
          <a:ea typeface="+mn-ea"/>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b="0" i="0" kern="1200">
          <a:solidFill>
            <a:schemeClr val="tx1"/>
          </a:solidFill>
          <a:latin typeface="Outfit Light" pitchFamily="2" charset="0"/>
          <a:ea typeface="+mn-ea"/>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b="0" i="0" kern="1200">
          <a:solidFill>
            <a:schemeClr val="tx1"/>
          </a:solidFill>
          <a:latin typeface="Outfit Light" pitchFamily="2" charset="0"/>
          <a:ea typeface="+mn-ea"/>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b="0" i="0" kern="1200">
          <a:solidFill>
            <a:schemeClr val="tx1"/>
          </a:solidFill>
          <a:latin typeface="Outfit Light" pitchFamily="2" charset="0"/>
          <a:ea typeface="+mn-ea"/>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5A163-7275-AC26-92BC-4D0DCD188E98}"/>
              </a:ext>
            </a:extLst>
          </p:cNvPr>
          <p:cNvSpPr>
            <a:spLocks noGrp="1"/>
          </p:cNvSpPr>
          <p:nvPr>
            <p:ph type="ctrTitle" idx="4294967295"/>
          </p:nvPr>
        </p:nvSpPr>
        <p:spPr>
          <a:xfrm>
            <a:off x="2421652" y="1020710"/>
            <a:ext cx="5380038" cy="1373188"/>
          </a:xfrm>
        </p:spPr>
        <p:txBody>
          <a:bodyPr>
            <a:normAutofit/>
          </a:bodyPr>
          <a:lstStyle/>
          <a:p>
            <a:r>
              <a:rPr lang="en-US" dirty="0"/>
              <a:t>Pipeline Patterns and Antipatterns</a:t>
            </a:r>
          </a:p>
        </p:txBody>
      </p:sp>
      <p:sp>
        <p:nvSpPr>
          <p:cNvPr id="3" name="Title 1">
            <a:extLst>
              <a:ext uri="{FF2B5EF4-FFF2-40B4-BE49-F238E27FC236}">
                <a16:creationId xmlns:a16="http://schemas.microsoft.com/office/drawing/2014/main" id="{C4786020-AC45-EEDB-148D-417C580E11EE}"/>
              </a:ext>
            </a:extLst>
          </p:cNvPr>
          <p:cNvSpPr txBox="1">
            <a:spLocks/>
          </p:cNvSpPr>
          <p:nvPr/>
        </p:nvSpPr>
        <p:spPr>
          <a:xfrm>
            <a:off x="4018918" y="1795100"/>
            <a:ext cx="3935107" cy="1373076"/>
          </a:xfrm>
          <a:prstGeom prst="rect">
            <a:avLst/>
          </a:prstGeom>
        </p:spPr>
        <p:txBody>
          <a:bodyPr vert="horz" lIns="121920" tIns="60960" rIns="121920" bIns="60960" rtlCol="0" anchor="b">
            <a:noAutofit/>
          </a:bodyPr>
          <a:lstStyle>
            <a:lvl1pPr algn="l" defTabSz="914400" rtl="0" eaLnBrk="1" latinLnBrk="0" hangingPunct="1">
              <a:lnSpc>
                <a:spcPct val="90000"/>
              </a:lnSpc>
              <a:spcBef>
                <a:spcPct val="0"/>
              </a:spcBef>
              <a:buNone/>
              <a:defRPr sz="4800" kern="1200">
                <a:solidFill>
                  <a:schemeClr val="tx1"/>
                </a:solidFill>
                <a:latin typeface="Archia" panose="02000503000000020004" pitchFamily="2" charset="77"/>
                <a:ea typeface="+mj-ea"/>
                <a:cs typeface="+mj-cs"/>
              </a:defRPr>
            </a:lvl1pPr>
          </a:lstStyle>
          <a:p>
            <a:pPr>
              <a:buClrTx/>
              <a:buFontTx/>
            </a:pPr>
            <a:r>
              <a:rPr lang="en-US" sz="3300" dirty="0"/>
              <a:t>By Anish Jain</a:t>
            </a:r>
          </a:p>
        </p:txBody>
      </p:sp>
      <p:sp>
        <p:nvSpPr>
          <p:cNvPr id="5" name="TextBox 4">
            <a:extLst>
              <a:ext uri="{FF2B5EF4-FFF2-40B4-BE49-F238E27FC236}">
                <a16:creationId xmlns:a16="http://schemas.microsoft.com/office/drawing/2014/main" id="{B70E5012-10BC-E2C2-0587-B2BAA6ACFC4E}"/>
              </a:ext>
            </a:extLst>
          </p:cNvPr>
          <p:cNvSpPr txBox="1"/>
          <p:nvPr/>
        </p:nvSpPr>
        <p:spPr>
          <a:xfrm>
            <a:off x="298803" y="4922965"/>
            <a:ext cx="4493069" cy="830997"/>
          </a:xfrm>
          <a:prstGeom prst="rect">
            <a:avLst/>
          </a:prstGeom>
          <a:noFill/>
        </p:spPr>
        <p:txBody>
          <a:bodyPr wrap="square">
            <a:spAutoFit/>
          </a:bodyPr>
          <a:lstStyle/>
          <a:p>
            <a:r>
              <a:rPr lang="en-US" sz="2400" dirty="0"/>
              <a:t>Build Better Pipelines: Patterns for Success, Antipatterns for Distress!</a:t>
            </a:r>
            <a:endParaRPr lang="en-IN" sz="2400" dirty="0"/>
          </a:p>
        </p:txBody>
      </p:sp>
      <p:pic>
        <p:nvPicPr>
          <p:cNvPr id="7" name="Picture 6">
            <a:extLst>
              <a:ext uri="{FF2B5EF4-FFF2-40B4-BE49-F238E27FC236}">
                <a16:creationId xmlns:a16="http://schemas.microsoft.com/office/drawing/2014/main" id="{2670878F-68D5-B810-6ECA-A2D3DB4AC8A5}"/>
              </a:ext>
            </a:extLst>
          </p:cNvPr>
          <p:cNvPicPr>
            <a:picLocks noChangeAspect="1"/>
          </p:cNvPicPr>
          <p:nvPr/>
        </p:nvPicPr>
        <p:blipFill>
          <a:blip r:embed="rId3"/>
          <a:stretch>
            <a:fillRect/>
          </a:stretch>
        </p:blipFill>
        <p:spPr>
          <a:xfrm>
            <a:off x="230450" y="599767"/>
            <a:ext cx="1531374" cy="1531374"/>
          </a:xfrm>
          <a:prstGeom prst="rect">
            <a:avLst/>
          </a:prstGeom>
        </p:spPr>
      </p:pic>
    </p:spTree>
    <p:extLst>
      <p:ext uri="{BB962C8B-B14F-4D97-AF65-F5344CB8AC3E}">
        <p14:creationId xmlns:p14="http://schemas.microsoft.com/office/powerpoint/2010/main" val="36268278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MS Azure DevOps: On-Demand Agents — Part 2 - Digital Innovation Partners">
            <a:extLst>
              <a:ext uri="{FF2B5EF4-FFF2-40B4-BE49-F238E27FC236}">
                <a16:creationId xmlns:a16="http://schemas.microsoft.com/office/drawing/2014/main" id="{F59E96F7-554B-2A59-1A4E-A1C97EFA36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 r="18220" b="-1"/>
          <a:stretch>
            <a:fillRect/>
          </a:stretch>
        </p:blipFill>
        <p:spPr bwMode="auto">
          <a:xfrm>
            <a:off x="2522356" y="10"/>
            <a:ext cx="9669642" cy="6857990"/>
          </a:xfrm>
          <a:prstGeom prst="rect">
            <a:avLst/>
          </a:prstGeom>
          <a:noFill/>
          <a:extLst>
            <a:ext uri="{909E8E84-426E-40DD-AFC4-6F175D3DCCD1}">
              <a14:hiddenFill xmlns:a14="http://schemas.microsoft.com/office/drawing/2010/main">
                <a:solidFill>
                  <a:srgbClr val="FFFFFF"/>
                </a:solidFill>
              </a14:hiddenFill>
            </a:ext>
          </a:extLst>
        </p:spPr>
      </p:pic>
      <p:sp>
        <p:nvSpPr>
          <p:cNvPr id="2057" name="Rectangle 2056">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7F64CBB-549C-7A7E-6B3D-45598B5A129E}"/>
              </a:ext>
            </a:extLst>
          </p:cNvPr>
          <p:cNvSpPr>
            <a:spLocks noGrp="1"/>
          </p:cNvSpPr>
          <p:nvPr>
            <p:ph type="title" idx="4294967295"/>
          </p:nvPr>
        </p:nvSpPr>
        <p:spPr>
          <a:xfrm>
            <a:off x="838200" y="365125"/>
            <a:ext cx="3822189" cy="1899912"/>
          </a:xfrm>
        </p:spPr>
        <p:txBody>
          <a:bodyPr vert="horz" lIns="91440" tIns="45720" rIns="91440" bIns="45720" rtlCol="0" anchor="ctr">
            <a:normAutofit/>
          </a:bodyPr>
          <a:lstStyle/>
          <a:p>
            <a:r>
              <a:rPr lang="en-US" sz="4000" dirty="0"/>
              <a:t>Agenda</a:t>
            </a:r>
          </a:p>
        </p:txBody>
      </p:sp>
      <p:sp>
        <p:nvSpPr>
          <p:cNvPr id="6" name="TextBox 5">
            <a:extLst>
              <a:ext uri="{FF2B5EF4-FFF2-40B4-BE49-F238E27FC236}">
                <a16:creationId xmlns:a16="http://schemas.microsoft.com/office/drawing/2014/main" id="{21629A80-80B3-E7BC-BB6E-32689695BB6F}"/>
              </a:ext>
            </a:extLst>
          </p:cNvPr>
          <p:cNvSpPr txBox="1"/>
          <p:nvPr/>
        </p:nvSpPr>
        <p:spPr>
          <a:xfrm>
            <a:off x="838200" y="2434201"/>
            <a:ext cx="3822189" cy="3742762"/>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400"/>
              <a:t>#1 Anti-Pattern – The Ritual</a:t>
            </a:r>
          </a:p>
          <a:p>
            <a:pPr indent="-228600">
              <a:lnSpc>
                <a:spcPct val="90000"/>
              </a:lnSpc>
              <a:spcAft>
                <a:spcPts val="600"/>
              </a:spcAft>
              <a:buFont typeface="Arial" panose="020B0604020202020204" pitchFamily="34" charset="0"/>
              <a:buChar char="•"/>
            </a:pPr>
            <a:r>
              <a:rPr lang="en-US" sz="1400"/>
              <a:t> - The right pipeline for the job</a:t>
            </a:r>
          </a:p>
          <a:p>
            <a:pPr indent="-228600">
              <a:lnSpc>
                <a:spcPct val="90000"/>
              </a:lnSpc>
              <a:spcAft>
                <a:spcPts val="600"/>
              </a:spcAft>
              <a:buFont typeface="Arial" panose="020B0604020202020204" pitchFamily="34" charset="0"/>
              <a:buChar char="•"/>
            </a:pPr>
            <a:r>
              <a:rPr lang="en-US" sz="1400"/>
              <a:t>#2 Conditional pipeline steps</a:t>
            </a:r>
          </a:p>
          <a:p>
            <a:pPr indent="-228600">
              <a:lnSpc>
                <a:spcPct val="90000"/>
              </a:lnSpc>
              <a:spcAft>
                <a:spcPts val="600"/>
              </a:spcAft>
              <a:buFont typeface="Arial" panose="020B0604020202020204" pitchFamily="34" charset="0"/>
              <a:buChar char="•"/>
            </a:pPr>
            <a:r>
              <a:rPr lang="en-US" sz="1400"/>
              <a:t>#3 Anti-Pattern – The Aesthete</a:t>
            </a:r>
          </a:p>
          <a:p>
            <a:pPr indent="-228600">
              <a:lnSpc>
                <a:spcPct val="90000"/>
              </a:lnSpc>
              <a:spcAft>
                <a:spcPts val="600"/>
              </a:spcAft>
              <a:buFont typeface="Arial" panose="020B0604020202020204" pitchFamily="34" charset="0"/>
              <a:buChar char="•"/>
            </a:pPr>
            <a:r>
              <a:rPr lang="en-US" sz="1400"/>
              <a:t> - Failing fast</a:t>
            </a:r>
          </a:p>
          <a:p>
            <a:pPr indent="-228600">
              <a:lnSpc>
                <a:spcPct val="90000"/>
              </a:lnSpc>
              <a:spcAft>
                <a:spcPts val="600"/>
              </a:spcAft>
              <a:buFont typeface="Arial" panose="020B0604020202020204" pitchFamily="34" charset="0"/>
              <a:buChar char="•"/>
            </a:pPr>
            <a:r>
              <a:rPr lang="en-US" sz="1400"/>
              <a:t>#4 Anti-Pattern – The one pipeline</a:t>
            </a:r>
          </a:p>
          <a:p>
            <a:pPr indent="-228600">
              <a:lnSpc>
                <a:spcPct val="90000"/>
              </a:lnSpc>
              <a:spcAft>
                <a:spcPts val="600"/>
              </a:spcAft>
              <a:buFont typeface="Arial" panose="020B0604020202020204" pitchFamily="34" charset="0"/>
              <a:buChar char="•"/>
            </a:pPr>
            <a:r>
              <a:rPr lang="en-US" sz="1400"/>
              <a:t> - Parallel pipelines</a:t>
            </a:r>
          </a:p>
          <a:p>
            <a:pPr indent="-228600">
              <a:lnSpc>
                <a:spcPct val="90000"/>
              </a:lnSpc>
              <a:spcAft>
                <a:spcPts val="600"/>
              </a:spcAft>
              <a:buFont typeface="Arial" panose="020B0604020202020204" pitchFamily="34" charset="0"/>
              <a:buChar char="•"/>
            </a:pPr>
            <a:r>
              <a:rPr lang="en-US" sz="1400"/>
              <a:t>#5 Anti-Pattern – Gift wrapping</a:t>
            </a:r>
          </a:p>
          <a:p>
            <a:pPr indent="-228600">
              <a:lnSpc>
                <a:spcPct val="90000"/>
              </a:lnSpc>
              <a:spcAft>
                <a:spcPts val="600"/>
              </a:spcAft>
              <a:buFont typeface="Arial" panose="020B0604020202020204" pitchFamily="34" charset="0"/>
              <a:buChar char="•"/>
            </a:pPr>
            <a:r>
              <a:rPr lang="en-US" sz="1400"/>
              <a:t>#6 Composable pipeline library</a:t>
            </a:r>
          </a:p>
          <a:p>
            <a:pPr indent="-228600">
              <a:lnSpc>
                <a:spcPct val="90000"/>
              </a:lnSpc>
              <a:spcAft>
                <a:spcPts val="600"/>
              </a:spcAft>
              <a:buFont typeface="Arial" panose="020B0604020202020204" pitchFamily="34" charset="0"/>
              <a:buChar char="•"/>
            </a:pPr>
            <a:r>
              <a:rPr lang="en-US" sz="1400"/>
              <a:t>#7 Anti-Pattern: Entangled</a:t>
            </a:r>
          </a:p>
          <a:p>
            <a:pPr indent="-228600">
              <a:lnSpc>
                <a:spcPct val="90000"/>
              </a:lnSpc>
              <a:spcAft>
                <a:spcPts val="600"/>
              </a:spcAft>
              <a:buFont typeface="Arial" panose="020B0604020202020204" pitchFamily="34" charset="0"/>
              <a:buChar char="•"/>
            </a:pPr>
            <a:r>
              <a:rPr lang="en-US" sz="1400"/>
              <a:t>CI/CD Antipatterns for K8s</a:t>
            </a:r>
          </a:p>
          <a:p>
            <a:pPr indent="-228600">
              <a:lnSpc>
                <a:spcPct val="90000"/>
              </a:lnSpc>
              <a:spcAft>
                <a:spcPts val="600"/>
              </a:spcAft>
              <a:buFont typeface="Arial" panose="020B0604020202020204" pitchFamily="34" charset="0"/>
              <a:buChar char="•"/>
            </a:pPr>
            <a:r>
              <a:rPr lang="en-US" sz="1400"/>
              <a:t>K8s deployment strategies</a:t>
            </a:r>
          </a:p>
          <a:p>
            <a:pPr indent="-228600">
              <a:lnSpc>
                <a:spcPct val="90000"/>
              </a:lnSpc>
              <a:spcAft>
                <a:spcPts val="600"/>
              </a:spcAft>
              <a:buFont typeface="Arial" panose="020B0604020202020204" pitchFamily="34" charset="0"/>
              <a:buChar char="•"/>
            </a:pPr>
            <a:r>
              <a:rPr lang="en-US" sz="1400"/>
              <a:t>Phases of Maturity</a:t>
            </a:r>
          </a:p>
        </p:txBody>
      </p:sp>
      <p:sp>
        <p:nvSpPr>
          <p:cNvPr id="3" name="Slide Number Placeholder 2">
            <a:extLst>
              <a:ext uri="{FF2B5EF4-FFF2-40B4-BE49-F238E27FC236}">
                <a16:creationId xmlns:a16="http://schemas.microsoft.com/office/drawing/2014/main" id="{044A453F-E082-6AEE-C301-955AC952F11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00000000-1234-1234-1234-123412341234}" type="slidenum">
              <a:rPr lang="en-US">
                <a:solidFill>
                  <a:srgbClr val="FFFFFF"/>
                </a:solidFill>
                <a:latin typeface="Calibri" panose="020F0502020204030204"/>
              </a:rPr>
              <a:pPr>
                <a:spcAft>
                  <a:spcPts val="600"/>
                </a:spcAft>
                <a:defRPr/>
              </a:pPr>
              <a:t>2</a:t>
            </a:fld>
            <a:endParaRPr lang="en-US">
              <a:solidFill>
                <a:srgbClr val="FFFFFF"/>
              </a:solidFill>
              <a:latin typeface="Calibri" panose="020F0502020204030204"/>
            </a:endParaRPr>
          </a:p>
        </p:txBody>
      </p:sp>
    </p:spTree>
    <p:extLst>
      <p:ext uri="{BB962C8B-B14F-4D97-AF65-F5344CB8AC3E}">
        <p14:creationId xmlns:p14="http://schemas.microsoft.com/office/powerpoint/2010/main" val="4566073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Placeholder 8" descr="A close-up of a colorful swirl&#10;&#10;Description automatically generated">
            <a:extLst>
              <a:ext uri="{FF2B5EF4-FFF2-40B4-BE49-F238E27FC236}">
                <a16:creationId xmlns:a16="http://schemas.microsoft.com/office/drawing/2014/main" id="{92BB618F-20D8-D500-F22F-6DC91B9B3D2F}"/>
              </a:ext>
            </a:extLst>
          </p:cNvPr>
          <p:cNvPicPr>
            <a:picLocks noGrp="1" noChangeAspect="1"/>
          </p:cNvPicPr>
          <p:nvPr>
            <p:ph type="pic" sz="quarter" idx="4294967295"/>
          </p:nvPr>
        </p:nvPicPr>
        <p:blipFill rotWithShape="1">
          <a:blip r:embed="rId2">
            <a:alphaModFix amt="40000"/>
          </a:blip>
          <a:srcRect b="1747"/>
          <a:stretch/>
        </p:blipFill>
        <p:spPr>
          <a:xfrm>
            <a:off x="0" y="0"/>
            <a:ext cx="12192000" cy="6858000"/>
          </a:xfrm>
          <a:prstGeom prst="rect">
            <a:avLst/>
          </a:prstGeom>
        </p:spPr>
      </p:pic>
      <p:sp>
        <p:nvSpPr>
          <p:cNvPr id="2" name="Title 1">
            <a:extLst>
              <a:ext uri="{FF2B5EF4-FFF2-40B4-BE49-F238E27FC236}">
                <a16:creationId xmlns:a16="http://schemas.microsoft.com/office/drawing/2014/main" id="{A162A728-15BF-FB7A-792A-E7371AA6CF26}"/>
              </a:ext>
            </a:extLst>
          </p:cNvPr>
          <p:cNvSpPr>
            <a:spLocks noGrp="1"/>
          </p:cNvSpPr>
          <p:nvPr>
            <p:ph type="ctrTitle" idx="4294967295"/>
          </p:nvPr>
        </p:nvSpPr>
        <p:spPr>
          <a:xfrm>
            <a:off x="5137150" y="488950"/>
            <a:ext cx="7054850" cy="3565525"/>
          </a:xfrm>
        </p:spPr>
        <p:txBody>
          <a:bodyPr vert="horz" lIns="121920" tIns="60960" rIns="121920" bIns="60960" rtlCol="0" anchor="b">
            <a:normAutofit/>
          </a:bodyPr>
          <a:lstStyle/>
          <a:p>
            <a:r>
              <a:rPr lang="en-US" sz="11466" dirty="0">
                <a:ln w="22225">
                  <a:solidFill>
                    <a:schemeClr val="tx1"/>
                  </a:solidFill>
                  <a:miter lim="800000"/>
                </a:ln>
                <a:noFill/>
                <a:latin typeface="+mj-lt"/>
              </a:rPr>
              <a:t>Let’s start</a:t>
            </a:r>
          </a:p>
        </p:txBody>
      </p:sp>
    </p:spTree>
    <p:extLst>
      <p:ext uri="{BB962C8B-B14F-4D97-AF65-F5344CB8AC3E}">
        <p14:creationId xmlns:p14="http://schemas.microsoft.com/office/powerpoint/2010/main" val="259702873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8212F5C-0F13-8F41-98C0-E6D755E0A623}"/>
              </a:ext>
            </a:extLst>
          </p:cNvPr>
          <p:cNvSpPr>
            <a:spLocks noGrp="1"/>
          </p:cNvSpPr>
          <p:nvPr>
            <p:ph type="sldNum" sz="quarter" idx="12"/>
          </p:nvPr>
        </p:nvSpPr>
        <p:spPr/>
        <p:txBody>
          <a:bodyPr/>
          <a:lstStyle/>
          <a:p>
            <a:fld id="{CC0CD38E-35A1-2247-B55D-C6626AF9BA09}" type="slidenum">
              <a:rPr lang="en-US" smtClean="0"/>
              <a:t>4</a:t>
            </a:fld>
            <a:endParaRPr lang="en-US"/>
          </a:p>
        </p:txBody>
      </p:sp>
      <p:sp>
        <p:nvSpPr>
          <p:cNvPr id="2" name="Title 1">
            <a:extLst>
              <a:ext uri="{FF2B5EF4-FFF2-40B4-BE49-F238E27FC236}">
                <a16:creationId xmlns:a16="http://schemas.microsoft.com/office/drawing/2014/main" id="{E083DCFB-7F46-562A-2470-74C970811E89}"/>
              </a:ext>
            </a:extLst>
          </p:cNvPr>
          <p:cNvSpPr>
            <a:spLocks noGrp="1"/>
          </p:cNvSpPr>
          <p:nvPr>
            <p:ph type="title" idx="4294967295"/>
          </p:nvPr>
        </p:nvSpPr>
        <p:spPr>
          <a:xfrm>
            <a:off x="0" y="366713"/>
            <a:ext cx="10515600" cy="1323975"/>
          </a:xfrm>
        </p:spPr>
        <p:txBody>
          <a:bodyPr/>
          <a:lstStyle/>
          <a:p>
            <a:r>
              <a:rPr lang="en-IN" dirty="0"/>
              <a:t>#1 Anti-Pattern – The Ritual</a:t>
            </a:r>
          </a:p>
        </p:txBody>
      </p:sp>
      <p:sp>
        <p:nvSpPr>
          <p:cNvPr id="5" name="Rectangle 4">
            <a:extLst>
              <a:ext uri="{FF2B5EF4-FFF2-40B4-BE49-F238E27FC236}">
                <a16:creationId xmlns:a16="http://schemas.microsoft.com/office/drawing/2014/main" id="{F50CDFED-FB44-E6A9-D24A-128D2BA05944}"/>
              </a:ext>
            </a:extLst>
          </p:cNvPr>
          <p:cNvSpPr/>
          <p:nvPr/>
        </p:nvSpPr>
        <p:spPr>
          <a:xfrm>
            <a:off x="5438584" y="228360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6" name="Rectangle 5">
            <a:extLst>
              <a:ext uri="{FF2B5EF4-FFF2-40B4-BE49-F238E27FC236}">
                <a16:creationId xmlns:a16="http://schemas.microsoft.com/office/drawing/2014/main" id="{EE99B49A-B79D-9266-C11E-ED072FFE816E}"/>
              </a:ext>
            </a:extLst>
          </p:cNvPr>
          <p:cNvSpPr/>
          <p:nvPr/>
        </p:nvSpPr>
        <p:spPr>
          <a:xfrm>
            <a:off x="8695748" y="226633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7" name="Rectangle 6">
            <a:extLst>
              <a:ext uri="{FF2B5EF4-FFF2-40B4-BE49-F238E27FC236}">
                <a16:creationId xmlns:a16="http://schemas.microsoft.com/office/drawing/2014/main" id="{72E41443-426A-C4DB-F73B-7B8FD51AC68A}"/>
              </a:ext>
            </a:extLst>
          </p:cNvPr>
          <p:cNvSpPr/>
          <p:nvPr/>
        </p:nvSpPr>
        <p:spPr>
          <a:xfrm>
            <a:off x="7067166" y="227124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8" name="Rectangle 7">
            <a:extLst>
              <a:ext uri="{FF2B5EF4-FFF2-40B4-BE49-F238E27FC236}">
                <a16:creationId xmlns:a16="http://schemas.microsoft.com/office/drawing/2014/main" id="{928A526D-211F-4D6A-674B-9A0143A8073F}"/>
              </a:ext>
            </a:extLst>
          </p:cNvPr>
          <p:cNvSpPr/>
          <p:nvPr/>
        </p:nvSpPr>
        <p:spPr>
          <a:xfrm>
            <a:off x="549267" y="2295900"/>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9" name="Rectangle 8">
            <a:extLst>
              <a:ext uri="{FF2B5EF4-FFF2-40B4-BE49-F238E27FC236}">
                <a16:creationId xmlns:a16="http://schemas.microsoft.com/office/drawing/2014/main" id="{32F78DF9-1BBA-0716-0ED9-EC217AC284AD}"/>
              </a:ext>
            </a:extLst>
          </p:cNvPr>
          <p:cNvSpPr/>
          <p:nvPr/>
        </p:nvSpPr>
        <p:spPr>
          <a:xfrm>
            <a:off x="2177849" y="2295900"/>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10" name="Rectangle 9">
            <a:extLst>
              <a:ext uri="{FF2B5EF4-FFF2-40B4-BE49-F238E27FC236}">
                <a16:creationId xmlns:a16="http://schemas.microsoft.com/office/drawing/2014/main" id="{48CB868D-0FC5-4A1A-D159-9B3B397E7FCB}"/>
              </a:ext>
            </a:extLst>
          </p:cNvPr>
          <p:cNvSpPr/>
          <p:nvPr/>
        </p:nvSpPr>
        <p:spPr>
          <a:xfrm>
            <a:off x="3810002" y="227124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11" name="Rectangle 10">
            <a:extLst>
              <a:ext uri="{FF2B5EF4-FFF2-40B4-BE49-F238E27FC236}">
                <a16:creationId xmlns:a16="http://schemas.microsoft.com/office/drawing/2014/main" id="{4BCE2322-7F1C-2CDF-FE63-FA6B5545E3C0}"/>
              </a:ext>
            </a:extLst>
          </p:cNvPr>
          <p:cNvSpPr/>
          <p:nvPr/>
        </p:nvSpPr>
        <p:spPr>
          <a:xfrm>
            <a:off x="10324330" y="226633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13" name="TextBox 12">
            <a:extLst>
              <a:ext uri="{FF2B5EF4-FFF2-40B4-BE49-F238E27FC236}">
                <a16:creationId xmlns:a16="http://schemas.microsoft.com/office/drawing/2014/main" id="{AD1D54FE-7EDD-AA2E-E19E-A1CD7AE7019A}"/>
              </a:ext>
            </a:extLst>
          </p:cNvPr>
          <p:cNvSpPr txBox="1"/>
          <p:nvPr/>
        </p:nvSpPr>
        <p:spPr>
          <a:xfrm>
            <a:off x="500103" y="1922532"/>
            <a:ext cx="6096000" cy="369332"/>
          </a:xfrm>
          <a:prstGeom prst="rect">
            <a:avLst/>
          </a:prstGeom>
          <a:noFill/>
        </p:spPr>
        <p:txBody>
          <a:bodyPr wrap="square">
            <a:spAutoFit/>
          </a:bodyPr>
          <a:lstStyle/>
          <a:p>
            <a:r>
              <a:rPr lang="en-IN" dirty="0"/>
              <a:t>PR</a:t>
            </a:r>
          </a:p>
        </p:txBody>
      </p:sp>
      <p:sp>
        <p:nvSpPr>
          <p:cNvPr id="14" name="Rectangle 13">
            <a:extLst>
              <a:ext uri="{FF2B5EF4-FFF2-40B4-BE49-F238E27FC236}">
                <a16:creationId xmlns:a16="http://schemas.microsoft.com/office/drawing/2014/main" id="{D9AC3C1C-7C24-E792-F05D-228E606DC6F4}"/>
              </a:ext>
            </a:extLst>
          </p:cNvPr>
          <p:cNvSpPr/>
          <p:nvPr/>
        </p:nvSpPr>
        <p:spPr>
          <a:xfrm>
            <a:off x="5463164" y="357655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15" name="Rectangle 14">
            <a:extLst>
              <a:ext uri="{FF2B5EF4-FFF2-40B4-BE49-F238E27FC236}">
                <a16:creationId xmlns:a16="http://schemas.microsoft.com/office/drawing/2014/main" id="{2ECC9CF6-7D2D-98DA-C15E-D39476821414}"/>
              </a:ext>
            </a:extLst>
          </p:cNvPr>
          <p:cNvSpPr/>
          <p:nvPr/>
        </p:nvSpPr>
        <p:spPr>
          <a:xfrm>
            <a:off x="8720328" y="355927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16" name="Rectangle 15">
            <a:extLst>
              <a:ext uri="{FF2B5EF4-FFF2-40B4-BE49-F238E27FC236}">
                <a16:creationId xmlns:a16="http://schemas.microsoft.com/office/drawing/2014/main" id="{820E473A-C1F5-1745-617D-95C8B894B50C}"/>
              </a:ext>
            </a:extLst>
          </p:cNvPr>
          <p:cNvSpPr/>
          <p:nvPr/>
        </p:nvSpPr>
        <p:spPr>
          <a:xfrm>
            <a:off x="7091746" y="356419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17" name="Rectangle 16">
            <a:extLst>
              <a:ext uri="{FF2B5EF4-FFF2-40B4-BE49-F238E27FC236}">
                <a16:creationId xmlns:a16="http://schemas.microsoft.com/office/drawing/2014/main" id="{7913EAC6-CC54-6F7C-3CC1-BA68A910594B}"/>
              </a:ext>
            </a:extLst>
          </p:cNvPr>
          <p:cNvSpPr/>
          <p:nvPr/>
        </p:nvSpPr>
        <p:spPr>
          <a:xfrm>
            <a:off x="573847" y="358884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18" name="Rectangle 17">
            <a:extLst>
              <a:ext uri="{FF2B5EF4-FFF2-40B4-BE49-F238E27FC236}">
                <a16:creationId xmlns:a16="http://schemas.microsoft.com/office/drawing/2014/main" id="{E959CB98-6AFC-A9F4-4632-A5967774AA85}"/>
              </a:ext>
            </a:extLst>
          </p:cNvPr>
          <p:cNvSpPr/>
          <p:nvPr/>
        </p:nvSpPr>
        <p:spPr>
          <a:xfrm>
            <a:off x="2202429" y="358884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19" name="Rectangle 18">
            <a:extLst>
              <a:ext uri="{FF2B5EF4-FFF2-40B4-BE49-F238E27FC236}">
                <a16:creationId xmlns:a16="http://schemas.microsoft.com/office/drawing/2014/main" id="{F0C2977E-54D2-BDEE-1CE8-59FEC9B307CF}"/>
              </a:ext>
            </a:extLst>
          </p:cNvPr>
          <p:cNvSpPr/>
          <p:nvPr/>
        </p:nvSpPr>
        <p:spPr>
          <a:xfrm>
            <a:off x="3834582" y="356419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20" name="Rectangle 19">
            <a:extLst>
              <a:ext uri="{FF2B5EF4-FFF2-40B4-BE49-F238E27FC236}">
                <a16:creationId xmlns:a16="http://schemas.microsoft.com/office/drawing/2014/main" id="{0242B672-3178-75A6-C0FB-C8A8056044A9}"/>
              </a:ext>
            </a:extLst>
          </p:cNvPr>
          <p:cNvSpPr/>
          <p:nvPr/>
        </p:nvSpPr>
        <p:spPr>
          <a:xfrm>
            <a:off x="10348910" y="355927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21" name="TextBox 20">
            <a:extLst>
              <a:ext uri="{FF2B5EF4-FFF2-40B4-BE49-F238E27FC236}">
                <a16:creationId xmlns:a16="http://schemas.microsoft.com/office/drawing/2014/main" id="{0918F4A9-DF47-7ADC-C1F9-97828EC5B5D3}"/>
              </a:ext>
            </a:extLst>
          </p:cNvPr>
          <p:cNvSpPr txBox="1"/>
          <p:nvPr/>
        </p:nvSpPr>
        <p:spPr>
          <a:xfrm>
            <a:off x="500103" y="3207222"/>
            <a:ext cx="6096000" cy="369332"/>
          </a:xfrm>
          <a:prstGeom prst="rect">
            <a:avLst/>
          </a:prstGeom>
          <a:noFill/>
        </p:spPr>
        <p:txBody>
          <a:bodyPr wrap="square">
            <a:spAutoFit/>
          </a:bodyPr>
          <a:lstStyle/>
          <a:p>
            <a:r>
              <a:rPr lang="en-IN" dirty="0">
                <a:solidFill>
                  <a:schemeClr val="tx2"/>
                </a:solidFill>
              </a:rPr>
              <a:t>Merge (main)</a:t>
            </a:r>
          </a:p>
        </p:txBody>
      </p:sp>
      <p:sp>
        <p:nvSpPr>
          <p:cNvPr id="22" name="Rectangle 21">
            <a:extLst>
              <a:ext uri="{FF2B5EF4-FFF2-40B4-BE49-F238E27FC236}">
                <a16:creationId xmlns:a16="http://schemas.microsoft.com/office/drawing/2014/main" id="{A12EA14E-B60C-2E2F-F558-3CC4B5E181CC}"/>
              </a:ext>
            </a:extLst>
          </p:cNvPr>
          <p:cNvSpPr/>
          <p:nvPr/>
        </p:nvSpPr>
        <p:spPr>
          <a:xfrm>
            <a:off x="5458248" y="481050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23" name="Rectangle 22">
            <a:extLst>
              <a:ext uri="{FF2B5EF4-FFF2-40B4-BE49-F238E27FC236}">
                <a16:creationId xmlns:a16="http://schemas.microsoft.com/office/drawing/2014/main" id="{8F4940FD-EA09-8A48-63B6-D8CB21D21235}"/>
              </a:ext>
            </a:extLst>
          </p:cNvPr>
          <p:cNvSpPr/>
          <p:nvPr/>
        </p:nvSpPr>
        <p:spPr>
          <a:xfrm>
            <a:off x="8715412" y="479322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24" name="Rectangle 23">
            <a:extLst>
              <a:ext uri="{FF2B5EF4-FFF2-40B4-BE49-F238E27FC236}">
                <a16:creationId xmlns:a16="http://schemas.microsoft.com/office/drawing/2014/main" id="{4C1DF269-1561-0B09-86BE-6D052BE98D2F}"/>
              </a:ext>
            </a:extLst>
          </p:cNvPr>
          <p:cNvSpPr/>
          <p:nvPr/>
        </p:nvSpPr>
        <p:spPr>
          <a:xfrm>
            <a:off x="7086830" y="479814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25" name="Rectangle 24">
            <a:extLst>
              <a:ext uri="{FF2B5EF4-FFF2-40B4-BE49-F238E27FC236}">
                <a16:creationId xmlns:a16="http://schemas.microsoft.com/office/drawing/2014/main" id="{B91E4257-CD4B-3677-0654-9CD8121C6C6F}"/>
              </a:ext>
            </a:extLst>
          </p:cNvPr>
          <p:cNvSpPr/>
          <p:nvPr/>
        </p:nvSpPr>
        <p:spPr>
          <a:xfrm>
            <a:off x="568931" y="482279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26" name="Rectangle 25">
            <a:extLst>
              <a:ext uri="{FF2B5EF4-FFF2-40B4-BE49-F238E27FC236}">
                <a16:creationId xmlns:a16="http://schemas.microsoft.com/office/drawing/2014/main" id="{E62CCAC0-2AA0-6E68-B763-EE32ED6782E5}"/>
              </a:ext>
            </a:extLst>
          </p:cNvPr>
          <p:cNvSpPr/>
          <p:nvPr/>
        </p:nvSpPr>
        <p:spPr>
          <a:xfrm>
            <a:off x="2197513" y="482279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27" name="Rectangle 26">
            <a:extLst>
              <a:ext uri="{FF2B5EF4-FFF2-40B4-BE49-F238E27FC236}">
                <a16:creationId xmlns:a16="http://schemas.microsoft.com/office/drawing/2014/main" id="{C97CA92E-F320-115D-7484-CB627EC73183}"/>
              </a:ext>
            </a:extLst>
          </p:cNvPr>
          <p:cNvSpPr/>
          <p:nvPr/>
        </p:nvSpPr>
        <p:spPr>
          <a:xfrm>
            <a:off x="3829666" y="479814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28" name="Rectangle 27">
            <a:extLst>
              <a:ext uri="{FF2B5EF4-FFF2-40B4-BE49-F238E27FC236}">
                <a16:creationId xmlns:a16="http://schemas.microsoft.com/office/drawing/2014/main" id="{FEE5B727-DC1E-C1CF-6AF2-71B4D38A71D6}"/>
              </a:ext>
            </a:extLst>
          </p:cNvPr>
          <p:cNvSpPr/>
          <p:nvPr/>
        </p:nvSpPr>
        <p:spPr>
          <a:xfrm>
            <a:off x="10343994" y="479322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29" name="TextBox 28">
            <a:extLst>
              <a:ext uri="{FF2B5EF4-FFF2-40B4-BE49-F238E27FC236}">
                <a16:creationId xmlns:a16="http://schemas.microsoft.com/office/drawing/2014/main" id="{B18C0ECB-84DF-709B-BB07-F666CE9EDDFB}"/>
              </a:ext>
            </a:extLst>
          </p:cNvPr>
          <p:cNvSpPr txBox="1"/>
          <p:nvPr/>
        </p:nvSpPr>
        <p:spPr>
          <a:xfrm>
            <a:off x="495187" y="4441172"/>
            <a:ext cx="6096000" cy="369332"/>
          </a:xfrm>
          <a:prstGeom prst="rect">
            <a:avLst/>
          </a:prstGeom>
          <a:noFill/>
        </p:spPr>
        <p:txBody>
          <a:bodyPr wrap="square">
            <a:spAutoFit/>
          </a:bodyPr>
          <a:lstStyle/>
          <a:p>
            <a:r>
              <a:rPr lang="en-IN" dirty="0">
                <a:solidFill>
                  <a:schemeClr val="tx2"/>
                </a:solidFill>
              </a:rPr>
              <a:t>Nightly</a:t>
            </a:r>
          </a:p>
        </p:txBody>
      </p:sp>
    </p:spTree>
    <p:extLst>
      <p:ext uri="{BB962C8B-B14F-4D97-AF65-F5344CB8AC3E}">
        <p14:creationId xmlns:p14="http://schemas.microsoft.com/office/powerpoint/2010/main" val="26784414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DBDD07-5542-DE17-A77C-8CE5DEEEA5DC}"/>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C83630-8D2C-40AE-FE12-26543F6483DF}"/>
              </a:ext>
            </a:extLst>
          </p:cNvPr>
          <p:cNvSpPr>
            <a:spLocks noGrp="1"/>
          </p:cNvSpPr>
          <p:nvPr>
            <p:ph type="sldNum" sz="quarter" idx="12"/>
          </p:nvPr>
        </p:nvSpPr>
        <p:spPr/>
        <p:txBody>
          <a:bodyPr/>
          <a:lstStyle/>
          <a:p>
            <a:fld id="{CC0CD38E-35A1-2247-B55D-C6626AF9BA09}" type="slidenum">
              <a:rPr lang="en-US" smtClean="0"/>
              <a:t>5</a:t>
            </a:fld>
            <a:endParaRPr lang="en-US"/>
          </a:p>
        </p:txBody>
      </p:sp>
      <p:sp>
        <p:nvSpPr>
          <p:cNvPr id="2" name="Title 1">
            <a:extLst>
              <a:ext uri="{FF2B5EF4-FFF2-40B4-BE49-F238E27FC236}">
                <a16:creationId xmlns:a16="http://schemas.microsoft.com/office/drawing/2014/main" id="{374A5910-3024-0D4F-1837-761DB19CE3BB}"/>
              </a:ext>
            </a:extLst>
          </p:cNvPr>
          <p:cNvSpPr>
            <a:spLocks noGrp="1"/>
          </p:cNvSpPr>
          <p:nvPr>
            <p:ph type="title" idx="4294967295"/>
          </p:nvPr>
        </p:nvSpPr>
        <p:spPr>
          <a:xfrm>
            <a:off x="0" y="366713"/>
            <a:ext cx="10515600" cy="1323975"/>
          </a:xfrm>
        </p:spPr>
        <p:txBody>
          <a:bodyPr/>
          <a:lstStyle/>
          <a:p>
            <a:r>
              <a:rPr lang="en-US" dirty="0"/>
              <a:t>The right pipeline for the job</a:t>
            </a:r>
            <a:endParaRPr lang="en-IN" dirty="0"/>
          </a:p>
        </p:txBody>
      </p:sp>
      <p:sp>
        <p:nvSpPr>
          <p:cNvPr id="5" name="Rectangle 4">
            <a:extLst>
              <a:ext uri="{FF2B5EF4-FFF2-40B4-BE49-F238E27FC236}">
                <a16:creationId xmlns:a16="http://schemas.microsoft.com/office/drawing/2014/main" id="{8ED77542-6B33-8CDD-F207-8DE96CD56D8D}"/>
              </a:ext>
            </a:extLst>
          </p:cNvPr>
          <p:cNvSpPr/>
          <p:nvPr/>
        </p:nvSpPr>
        <p:spPr>
          <a:xfrm>
            <a:off x="5438584" y="228360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6" name="Rectangle 5">
            <a:extLst>
              <a:ext uri="{FF2B5EF4-FFF2-40B4-BE49-F238E27FC236}">
                <a16:creationId xmlns:a16="http://schemas.microsoft.com/office/drawing/2014/main" id="{583C8DE2-E0D1-39F8-53C3-DF00A867A59E}"/>
              </a:ext>
            </a:extLst>
          </p:cNvPr>
          <p:cNvSpPr/>
          <p:nvPr/>
        </p:nvSpPr>
        <p:spPr>
          <a:xfrm>
            <a:off x="8695748" y="226633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7" name="Rectangle 6">
            <a:extLst>
              <a:ext uri="{FF2B5EF4-FFF2-40B4-BE49-F238E27FC236}">
                <a16:creationId xmlns:a16="http://schemas.microsoft.com/office/drawing/2014/main" id="{D6B6C612-5B90-270B-5DF0-E3B851FB0BDE}"/>
              </a:ext>
            </a:extLst>
          </p:cNvPr>
          <p:cNvSpPr/>
          <p:nvPr/>
        </p:nvSpPr>
        <p:spPr>
          <a:xfrm>
            <a:off x="7067166" y="227124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8" name="Rectangle 7">
            <a:extLst>
              <a:ext uri="{FF2B5EF4-FFF2-40B4-BE49-F238E27FC236}">
                <a16:creationId xmlns:a16="http://schemas.microsoft.com/office/drawing/2014/main" id="{A2C2382F-4334-000C-9CCD-00023D1E1CB9}"/>
              </a:ext>
            </a:extLst>
          </p:cNvPr>
          <p:cNvSpPr/>
          <p:nvPr/>
        </p:nvSpPr>
        <p:spPr>
          <a:xfrm>
            <a:off x="549267" y="2295900"/>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9" name="Rectangle 8">
            <a:extLst>
              <a:ext uri="{FF2B5EF4-FFF2-40B4-BE49-F238E27FC236}">
                <a16:creationId xmlns:a16="http://schemas.microsoft.com/office/drawing/2014/main" id="{3D137C4F-44FA-5128-587E-3EAA3CB98DEA}"/>
              </a:ext>
            </a:extLst>
          </p:cNvPr>
          <p:cNvSpPr/>
          <p:nvPr/>
        </p:nvSpPr>
        <p:spPr>
          <a:xfrm>
            <a:off x="2177849" y="2295900"/>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10" name="Rectangle 9">
            <a:extLst>
              <a:ext uri="{FF2B5EF4-FFF2-40B4-BE49-F238E27FC236}">
                <a16:creationId xmlns:a16="http://schemas.microsoft.com/office/drawing/2014/main" id="{D5D512EC-48AB-0BAE-55D2-63377B2E5BAD}"/>
              </a:ext>
            </a:extLst>
          </p:cNvPr>
          <p:cNvSpPr/>
          <p:nvPr/>
        </p:nvSpPr>
        <p:spPr>
          <a:xfrm>
            <a:off x="3810002" y="227124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11" name="Rectangle 10">
            <a:extLst>
              <a:ext uri="{FF2B5EF4-FFF2-40B4-BE49-F238E27FC236}">
                <a16:creationId xmlns:a16="http://schemas.microsoft.com/office/drawing/2014/main" id="{96113F8A-02AA-C11D-D80E-19A5CC643247}"/>
              </a:ext>
            </a:extLst>
          </p:cNvPr>
          <p:cNvSpPr/>
          <p:nvPr/>
        </p:nvSpPr>
        <p:spPr>
          <a:xfrm>
            <a:off x="10324330" y="226633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13" name="TextBox 12">
            <a:extLst>
              <a:ext uri="{FF2B5EF4-FFF2-40B4-BE49-F238E27FC236}">
                <a16:creationId xmlns:a16="http://schemas.microsoft.com/office/drawing/2014/main" id="{A21DDBA1-2C4F-73D5-D05C-C8EA6C087286}"/>
              </a:ext>
            </a:extLst>
          </p:cNvPr>
          <p:cNvSpPr txBox="1"/>
          <p:nvPr/>
        </p:nvSpPr>
        <p:spPr>
          <a:xfrm>
            <a:off x="500103" y="1922532"/>
            <a:ext cx="6096000" cy="369332"/>
          </a:xfrm>
          <a:prstGeom prst="rect">
            <a:avLst/>
          </a:prstGeom>
          <a:noFill/>
        </p:spPr>
        <p:txBody>
          <a:bodyPr wrap="square">
            <a:spAutoFit/>
          </a:bodyPr>
          <a:lstStyle/>
          <a:p>
            <a:r>
              <a:rPr lang="en-IN" dirty="0"/>
              <a:t>PR</a:t>
            </a:r>
          </a:p>
        </p:txBody>
      </p:sp>
      <p:sp>
        <p:nvSpPr>
          <p:cNvPr id="14" name="Rectangle 13">
            <a:extLst>
              <a:ext uri="{FF2B5EF4-FFF2-40B4-BE49-F238E27FC236}">
                <a16:creationId xmlns:a16="http://schemas.microsoft.com/office/drawing/2014/main" id="{73B1048F-290E-2544-0B72-9B879211577F}"/>
              </a:ext>
            </a:extLst>
          </p:cNvPr>
          <p:cNvSpPr/>
          <p:nvPr/>
        </p:nvSpPr>
        <p:spPr>
          <a:xfrm>
            <a:off x="3840843" y="357655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15" name="Rectangle 14">
            <a:extLst>
              <a:ext uri="{FF2B5EF4-FFF2-40B4-BE49-F238E27FC236}">
                <a16:creationId xmlns:a16="http://schemas.microsoft.com/office/drawing/2014/main" id="{542C5B54-7708-F35A-BDFA-9109B03A8442}"/>
              </a:ext>
            </a:extLst>
          </p:cNvPr>
          <p:cNvSpPr/>
          <p:nvPr/>
        </p:nvSpPr>
        <p:spPr>
          <a:xfrm>
            <a:off x="5446189" y="355927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16" name="Rectangle 15">
            <a:extLst>
              <a:ext uri="{FF2B5EF4-FFF2-40B4-BE49-F238E27FC236}">
                <a16:creationId xmlns:a16="http://schemas.microsoft.com/office/drawing/2014/main" id="{D010B764-4B45-3E56-2E86-90DC1F42799F}"/>
              </a:ext>
            </a:extLst>
          </p:cNvPr>
          <p:cNvSpPr/>
          <p:nvPr/>
        </p:nvSpPr>
        <p:spPr>
          <a:xfrm>
            <a:off x="8703353" y="355681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Publish artifact</a:t>
            </a:r>
          </a:p>
        </p:txBody>
      </p:sp>
      <p:sp>
        <p:nvSpPr>
          <p:cNvPr id="17" name="Rectangle 16">
            <a:extLst>
              <a:ext uri="{FF2B5EF4-FFF2-40B4-BE49-F238E27FC236}">
                <a16:creationId xmlns:a16="http://schemas.microsoft.com/office/drawing/2014/main" id="{551D3C50-86D1-CC78-6CF5-1BDF146A352D}"/>
              </a:ext>
            </a:extLst>
          </p:cNvPr>
          <p:cNvSpPr/>
          <p:nvPr/>
        </p:nvSpPr>
        <p:spPr>
          <a:xfrm>
            <a:off x="573847" y="358884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19" name="Rectangle 18">
            <a:extLst>
              <a:ext uri="{FF2B5EF4-FFF2-40B4-BE49-F238E27FC236}">
                <a16:creationId xmlns:a16="http://schemas.microsoft.com/office/drawing/2014/main" id="{BB3C7871-7436-E148-D6D5-A37ABDFB0B12}"/>
              </a:ext>
            </a:extLst>
          </p:cNvPr>
          <p:cNvSpPr/>
          <p:nvPr/>
        </p:nvSpPr>
        <p:spPr>
          <a:xfrm>
            <a:off x="2212261" y="356419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20" name="Rectangle 19">
            <a:extLst>
              <a:ext uri="{FF2B5EF4-FFF2-40B4-BE49-F238E27FC236}">
                <a16:creationId xmlns:a16="http://schemas.microsoft.com/office/drawing/2014/main" id="{2428F58F-634A-5B48-6190-DBC73EC8B308}"/>
              </a:ext>
            </a:extLst>
          </p:cNvPr>
          <p:cNvSpPr/>
          <p:nvPr/>
        </p:nvSpPr>
        <p:spPr>
          <a:xfrm>
            <a:off x="7074771" y="355927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21" name="TextBox 20">
            <a:extLst>
              <a:ext uri="{FF2B5EF4-FFF2-40B4-BE49-F238E27FC236}">
                <a16:creationId xmlns:a16="http://schemas.microsoft.com/office/drawing/2014/main" id="{D7EB4D1C-A7BC-1990-8605-768E88D20DB8}"/>
              </a:ext>
            </a:extLst>
          </p:cNvPr>
          <p:cNvSpPr txBox="1"/>
          <p:nvPr/>
        </p:nvSpPr>
        <p:spPr>
          <a:xfrm>
            <a:off x="500103" y="3207222"/>
            <a:ext cx="6096000" cy="369332"/>
          </a:xfrm>
          <a:prstGeom prst="rect">
            <a:avLst/>
          </a:prstGeom>
          <a:noFill/>
        </p:spPr>
        <p:txBody>
          <a:bodyPr wrap="square">
            <a:spAutoFit/>
          </a:bodyPr>
          <a:lstStyle/>
          <a:p>
            <a:r>
              <a:rPr lang="en-IN" dirty="0">
                <a:solidFill>
                  <a:schemeClr val="tx2"/>
                </a:solidFill>
              </a:rPr>
              <a:t>Merge (main)</a:t>
            </a:r>
          </a:p>
        </p:txBody>
      </p:sp>
      <p:sp>
        <p:nvSpPr>
          <p:cNvPr id="22" name="Rectangle 21">
            <a:extLst>
              <a:ext uri="{FF2B5EF4-FFF2-40B4-BE49-F238E27FC236}">
                <a16:creationId xmlns:a16="http://schemas.microsoft.com/office/drawing/2014/main" id="{1FC38234-5977-87F9-89EC-C1B464322820}"/>
              </a:ext>
            </a:extLst>
          </p:cNvPr>
          <p:cNvSpPr/>
          <p:nvPr/>
        </p:nvSpPr>
        <p:spPr>
          <a:xfrm>
            <a:off x="2210920" y="482279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25" name="Rectangle 24">
            <a:extLst>
              <a:ext uri="{FF2B5EF4-FFF2-40B4-BE49-F238E27FC236}">
                <a16:creationId xmlns:a16="http://schemas.microsoft.com/office/drawing/2014/main" id="{E5C3076A-60B3-B5F2-9734-FEADBE0EEFA9}"/>
              </a:ext>
            </a:extLst>
          </p:cNvPr>
          <p:cNvSpPr/>
          <p:nvPr/>
        </p:nvSpPr>
        <p:spPr>
          <a:xfrm>
            <a:off x="568931" y="482279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28" name="Rectangle 27">
            <a:extLst>
              <a:ext uri="{FF2B5EF4-FFF2-40B4-BE49-F238E27FC236}">
                <a16:creationId xmlns:a16="http://schemas.microsoft.com/office/drawing/2014/main" id="{9D60FF29-F886-1E99-669B-B97979AA7BA2}"/>
              </a:ext>
            </a:extLst>
          </p:cNvPr>
          <p:cNvSpPr/>
          <p:nvPr/>
        </p:nvSpPr>
        <p:spPr>
          <a:xfrm>
            <a:off x="3852909" y="4832698"/>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29" name="TextBox 28">
            <a:extLst>
              <a:ext uri="{FF2B5EF4-FFF2-40B4-BE49-F238E27FC236}">
                <a16:creationId xmlns:a16="http://schemas.microsoft.com/office/drawing/2014/main" id="{5AEDE04F-12BD-4072-5E35-D29F086CA6D1}"/>
              </a:ext>
            </a:extLst>
          </p:cNvPr>
          <p:cNvSpPr txBox="1"/>
          <p:nvPr/>
        </p:nvSpPr>
        <p:spPr>
          <a:xfrm>
            <a:off x="495187" y="4441172"/>
            <a:ext cx="6096000" cy="369332"/>
          </a:xfrm>
          <a:prstGeom prst="rect">
            <a:avLst/>
          </a:prstGeom>
          <a:noFill/>
        </p:spPr>
        <p:txBody>
          <a:bodyPr wrap="square">
            <a:spAutoFit/>
          </a:bodyPr>
          <a:lstStyle/>
          <a:p>
            <a:r>
              <a:rPr lang="en-IN" dirty="0">
                <a:solidFill>
                  <a:schemeClr val="tx2"/>
                </a:solidFill>
              </a:rPr>
              <a:t>Nightly</a:t>
            </a:r>
          </a:p>
        </p:txBody>
      </p:sp>
    </p:spTree>
    <p:extLst>
      <p:ext uri="{BB962C8B-B14F-4D97-AF65-F5344CB8AC3E}">
        <p14:creationId xmlns:p14="http://schemas.microsoft.com/office/powerpoint/2010/main" val="1540678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A142F66-F6B4-215B-B3BF-6C56E5CD8B46}"/>
              </a:ext>
            </a:extLst>
          </p:cNvPr>
          <p:cNvSpPr>
            <a:spLocks noGrp="1"/>
          </p:cNvSpPr>
          <p:nvPr>
            <p:ph type="sldNum" sz="quarter" idx="12"/>
          </p:nvPr>
        </p:nvSpPr>
        <p:spPr/>
        <p:txBody>
          <a:bodyPr/>
          <a:lstStyle/>
          <a:p>
            <a:fld id="{CC0CD38E-35A1-2247-B55D-C6626AF9BA09}" type="slidenum">
              <a:rPr lang="en-US" smtClean="0"/>
              <a:t>6</a:t>
            </a:fld>
            <a:endParaRPr lang="en-US"/>
          </a:p>
        </p:txBody>
      </p:sp>
      <p:sp>
        <p:nvSpPr>
          <p:cNvPr id="2" name="Title 1">
            <a:extLst>
              <a:ext uri="{FF2B5EF4-FFF2-40B4-BE49-F238E27FC236}">
                <a16:creationId xmlns:a16="http://schemas.microsoft.com/office/drawing/2014/main" id="{E44BAE89-906C-1ED7-5C9D-4FB882F58ABE}"/>
              </a:ext>
            </a:extLst>
          </p:cNvPr>
          <p:cNvSpPr>
            <a:spLocks noGrp="1"/>
          </p:cNvSpPr>
          <p:nvPr>
            <p:ph type="title" idx="4294967295"/>
          </p:nvPr>
        </p:nvSpPr>
        <p:spPr>
          <a:xfrm>
            <a:off x="0" y="366713"/>
            <a:ext cx="10515600" cy="1323975"/>
          </a:xfrm>
        </p:spPr>
        <p:txBody>
          <a:bodyPr/>
          <a:lstStyle/>
          <a:p>
            <a:r>
              <a:rPr lang="en-IN" dirty="0"/>
              <a:t>#2 Conditional pipeline steps</a:t>
            </a:r>
          </a:p>
        </p:txBody>
      </p:sp>
      <p:sp>
        <p:nvSpPr>
          <p:cNvPr id="5" name="Rectangle 4">
            <a:extLst>
              <a:ext uri="{FF2B5EF4-FFF2-40B4-BE49-F238E27FC236}">
                <a16:creationId xmlns:a16="http://schemas.microsoft.com/office/drawing/2014/main" id="{FF618098-C629-737D-2777-9B3F7B2F00F9}"/>
              </a:ext>
            </a:extLst>
          </p:cNvPr>
          <p:cNvSpPr/>
          <p:nvPr/>
        </p:nvSpPr>
        <p:spPr>
          <a:xfrm>
            <a:off x="5438584" y="326683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6" name="Rectangle 5">
            <a:extLst>
              <a:ext uri="{FF2B5EF4-FFF2-40B4-BE49-F238E27FC236}">
                <a16:creationId xmlns:a16="http://schemas.microsoft.com/office/drawing/2014/main" id="{DEB01A72-B332-DFB0-27D0-72EDA2DFB7A3}"/>
              </a:ext>
            </a:extLst>
          </p:cNvPr>
          <p:cNvSpPr/>
          <p:nvPr/>
        </p:nvSpPr>
        <p:spPr>
          <a:xfrm>
            <a:off x="8695748" y="324955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7" name="Rectangle 6">
            <a:extLst>
              <a:ext uri="{FF2B5EF4-FFF2-40B4-BE49-F238E27FC236}">
                <a16:creationId xmlns:a16="http://schemas.microsoft.com/office/drawing/2014/main" id="{529CD177-CC55-FB9A-6587-32F92B2B7390}"/>
              </a:ext>
            </a:extLst>
          </p:cNvPr>
          <p:cNvSpPr/>
          <p:nvPr/>
        </p:nvSpPr>
        <p:spPr>
          <a:xfrm>
            <a:off x="7067166" y="325447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8" name="Rectangle 7">
            <a:extLst>
              <a:ext uri="{FF2B5EF4-FFF2-40B4-BE49-F238E27FC236}">
                <a16:creationId xmlns:a16="http://schemas.microsoft.com/office/drawing/2014/main" id="{88F4AB33-B198-3463-EDDE-7F9D70BAF2F0}"/>
              </a:ext>
            </a:extLst>
          </p:cNvPr>
          <p:cNvSpPr/>
          <p:nvPr/>
        </p:nvSpPr>
        <p:spPr>
          <a:xfrm>
            <a:off x="549267" y="3279125"/>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9" name="Rectangle 8">
            <a:extLst>
              <a:ext uri="{FF2B5EF4-FFF2-40B4-BE49-F238E27FC236}">
                <a16:creationId xmlns:a16="http://schemas.microsoft.com/office/drawing/2014/main" id="{7C62FF76-0FCE-C2E0-85FF-E1E547E05F9C}"/>
              </a:ext>
            </a:extLst>
          </p:cNvPr>
          <p:cNvSpPr/>
          <p:nvPr/>
        </p:nvSpPr>
        <p:spPr>
          <a:xfrm>
            <a:off x="2177849" y="3279125"/>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10" name="Rectangle 9">
            <a:extLst>
              <a:ext uri="{FF2B5EF4-FFF2-40B4-BE49-F238E27FC236}">
                <a16:creationId xmlns:a16="http://schemas.microsoft.com/office/drawing/2014/main" id="{3C511589-A124-67BD-DB6B-4EFA717B04FA}"/>
              </a:ext>
            </a:extLst>
          </p:cNvPr>
          <p:cNvSpPr/>
          <p:nvPr/>
        </p:nvSpPr>
        <p:spPr>
          <a:xfrm>
            <a:off x="3810002" y="325447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11" name="Rectangle 10">
            <a:extLst>
              <a:ext uri="{FF2B5EF4-FFF2-40B4-BE49-F238E27FC236}">
                <a16:creationId xmlns:a16="http://schemas.microsoft.com/office/drawing/2014/main" id="{536E99B4-8963-9589-0123-3FF41C7DBBB6}"/>
              </a:ext>
            </a:extLst>
          </p:cNvPr>
          <p:cNvSpPr/>
          <p:nvPr/>
        </p:nvSpPr>
        <p:spPr>
          <a:xfrm>
            <a:off x="10324330" y="324955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12" name="TextBox 11">
            <a:extLst>
              <a:ext uri="{FF2B5EF4-FFF2-40B4-BE49-F238E27FC236}">
                <a16:creationId xmlns:a16="http://schemas.microsoft.com/office/drawing/2014/main" id="{8F6CA301-BA85-BE24-949A-52C19C073D1D}"/>
              </a:ext>
            </a:extLst>
          </p:cNvPr>
          <p:cNvSpPr txBox="1"/>
          <p:nvPr/>
        </p:nvSpPr>
        <p:spPr>
          <a:xfrm>
            <a:off x="500103" y="2905757"/>
            <a:ext cx="6096000" cy="369332"/>
          </a:xfrm>
          <a:prstGeom prst="rect">
            <a:avLst/>
          </a:prstGeom>
          <a:noFill/>
        </p:spPr>
        <p:txBody>
          <a:bodyPr wrap="square">
            <a:spAutoFit/>
          </a:bodyPr>
          <a:lstStyle/>
          <a:p>
            <a:r>
              <a:rPr lang="en-IN" dirty="0"/>
              <a:t>PR</a:t>
            </a:r>
          </a:p>
        </p:txBody>
      </p:sp>
    </p:spTree>
    <p:extLst>
      <p:ext uri="{BB962C8B-B14F-4D97-AF65-F5344CB8AC3E}">
        <p14:creationId xmlns:p14="http://schemas.microsoft.com/office/powerpoint/2010/main" val="1886901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95A82-296B-B1CE-270D-EFB87F493EE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C2F32EA-559A-ADAC-6253-EF9F06354472}"/>
              </a:ext>
            </a:extLst>
          </p:cNvPr>
          <p:cNvSpPr>
            <a:spLocks noGrp="1"/>
          </p:cNvSpPr>
          <p:nvPr>
            <p:ph type="sldNum" sz="quarter" idx="12"/>
          </p:nvPr>
        </p:nvSpPr>
        <p:spPr/>
        <p:txBody>
          <a:bodyPr/>
          <a:lstStyle/>
          <a:p>
            <a:fld id="{CC0CD38E-35A1-2247-B55D-C6626AF9BA09}" type="slidenum">
              <a:rPr lang="en-US" smtClean="0"/>
              <a:t>7</a:t>
            </a:fld>
            <a:endParaRPr lang="en-US"/>
          </a:p>
        </p:txBody>
      </p:sp>
      <p:sp>
        <p:nvSpPr>
          <p:cNvPr id="2" name="Title 1">
            <a:extLst>
              <a:ext uri="{FF2B5EF4-FFF2-40B4-BE49-F238E27FC236}">
                <a16:creationId xmlns:a16="http://schemas.microsoft.com/office/drawing/2014/main" id="{14C71EA7-000D-082A-C289-19E32D364450}"/>
              </a:ext>
            </a:extLst>
          </p:cNvPr>
          <p:cNvSpPr>
            <a:spLocks noGrp="1"/>
          </p:cNvSpPr>
          <p:nvPr>
            <p:ph type="title" idx="4294967295"/>
          </p:nvPr>
        </p:nvSpPr>
        <p:spPr>
          <a:xfrm>
            <a:off x="0" y="366713"/>
            <a:ext cx="10515600" cy="1323975"/>
          </a:xfrm>
        </p:spPr>
        <p:txBody>
          <a:bodyPr/>
          <a:lstStyle/>
          <a:p>
            <a:r>
              <a:rPr lang="en-IN" dirty="0"/>
              <a:t>Conditional pipeline steps</a:t>
            </a:r>
          </a:p>
        </p:txBody>
      </p:sp>
      <p:sp>
        <p:nvSpPr>
          <p:cNvPr id="5" name="Rectangle 4">
            <a:extLst>
              <a:ext uri="{FF2B5EF4-FFF2-40B4-BE49-F238E27FC236}">
                <a16:creationId xmlns:a16="http://schemas.microsoft.com/office/drawing/2014/main" id="{A8B286AE-BF35-B041-7FB4-9125888858DF}"/>
              </a:ext>
            </a:extLst>
          </p:cNvPr>
          <p:cNvSpPr/>
          <p:nvPr/>
        </p:nvSpPr>
        <p:spPr>
          <a:xfrm>
            <a:off x="5438584" y="2401594"/>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6" name="Rectangle 5">
            <a:extLst>
              <a:ext uri="{FF2B5EF4-FFF2-40B4-BE49-F238E27FC236}">
                <a16:creationId xmlns:a16="http://schemas.microsoft.com/office/drawing/2014/main" id="{80BB905E-E3F7-CC49-A3DD-0CBE1D3432F9}"/>
              </a:ext>
            </a:extLst>
          </p:cNvPr>
          <p:cNvSpPr/>
          <p:nvPr/>
        </p:nvSpPr>
        <p:spPr>
          <a:xfrm>
            <a:off x="8695748" y="238431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tests</a:t>
            </a:r>
          </a:p>
        </p:txBody>
      </p:sp>
      <p:sp>
        <p:nvSpPr>
          <p:cNvPr id="7" name="Rectangle 6">
            <a:extLst>
              <a:ext uri="{FF2B5EF4-FFF2-40B4-BE49-F238E27FC236}">
                <a16:creationId xmlns:a16="http://schemas.microsoft.com/office/drawing/2014/main" id="{B2B3EE7B-AF3A-115A-9E76-690582EA3657}"/>
              </a:ext>
            </a:extLst>
          </p:cNvPr>
          <p:cNvSpPr/>
          <p:nvPr/>
        </p:nvSpPr>
        <p:spPr>
          <a:xfrm>
            <a:off x="7067166" y="238923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lint</a:t>
            </a:r>
          </a:p>
        </p:txBody>
      </p:sp>
      <p:sp>
        <p:nvSpPr>
          <p:cNvPr id="8" name="Rectangle 7">
            <a:extLst>
              <a:ext uri="{FF2B5EF4-FFF2-40B4-BE49-F238E27FC236}">
                <a16:creationId xmlns:a16="http://schemas.microsoft.com/office/drawing/2014/main" id="{5E61BF77-A12A-2834-8799-A404073CF2F1}"/>
              </a:ext>
            </a:extLst>
          </p:cNvPr>
          <p:cNvSpPr/>
          <p:nvPr/>
        </p:nvSpPr>
        <p:spPr>
          <a:xfrm>
            <a:off x="549267" y="2413887"/>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11" name="Rectangle 10">
            <a:extLst>
              <a:ext uri="{FF2B5EF4-FFF2-40B4-BE49-F238E27FC236}">
                <a16:creationId xmlns:a16="http://schemas.microsoft.com/office/drawing/2014/main" id="{AF826582-59BB-BD59-D750-931CB4F9EA65}"/>
              </a:ext>
            </a:extLst>
          </p:cNvPr>
          <p:cNvSpPr/>
          <p:nvPr/>
        </p:nvSpPr>
        <p:spPr>
          <a:xfrm>
            <a:off x="10324330" y="2384319"/>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12" name="TextBox 11">
            <a:extLst>
              <a:ext uri="{FF2B5EF4-FFF2-40B4-BE49-F238E27FC236}">
                <a16:creationId xmlns:a16="http://schemas.microsoft.com/office/drawing/2014/main" id="{783D30A7-BAFC-C2C6-9CEC-442C757083CD}"/>
              </a:ext>
            </a:extLst>
          </p:cNvPr>
          <p:cNvSpPr txBox="1"/>
          <p:nvPr/>
        </p:nvSpPr>
        <p:spPr>
          <a:xfrm>
            <a:off x="500103" y="2040519"/>
            <a:ext cx="6096000" cy="369332"/>
          </a:xfrm>
          <a:prstGeom prst="rect">
            <a:avLst/>
          </a:prstGeom>
          <a:noFill/>
        </p:spPr>
        <p:txBody>
          <a:bodyPr wrap="square">
            <a:spAutoFit/>
          </a:bodyPr>
          <a:lstStyle/>
          <a:p>
            <a:r>
              <a:rPr lang="en-IN" dirty="0"/>
              <a:t>PR</a:t>
            </a:r>
          </a:p>
        </p:txBody>
      </p:sp>
      <p:sp>
        <p:nvSpPr>
          <p:cNvPr id="3" name="Rectangle 2">
            <a:extLst>
              <a:ext uri="{FF2B5EF4-FFF2-40B4-BE49-F238E27FC236}">
                <a16:creationId xmlns:a16="http://schemas.microsoft.com/office/drawing/2014/main" id="{16E85CB8-5B8C-D70B-6B43-7F4CDF109E8B}"/>
              </a:ext>
            </a:extLst>
          </p:cNvPr>
          <p:cNvSpPr/>
          <p:nvPr/>
        </p:nvSpPr>
        <p:spPr>
          <a:xfrm>
            <a:off x="5414003" y="4087828"/>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Frontend setup</a:t>
            </a:r>
          </a:p>
        </p:txBody>
      </p:sp>
      <p:sp>
        <p:nvSpPr>
          <p:cNvPr id="15" name="Rectangle 14">
            <a:extLst>
              <a:ext uri="{FF2B5EF4-FFF2-40B4-BE49-F238E27FC236}">
                <a16:creationId xmlns:a16="http://schemas.microsoft.com/office/drawing/2014/main" id="{465D3033-FDB5-D448-0C56-82B63A26C555}"/>
              </a:ext>
            </a:extLst>
          </p:cNvPr>
          <p:cNvSpPr/>
          <p:nvPr/>
        </p:nvSpPr>
        <p:spPr>
          <a:xfrm>
            <a:off x="524686" y="4100121"/>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setup</a:t>
            </a:r>
          </a:p>
        </p:txBody>
      </p:sp>
      <p:sp>
        <p:nvSpPr>
          <p:cNvPr id="16" name="Rectangle 15">
            <a:extLst>
              <a:ext uri="{FF2B5EF4-FFF2-40B4-BE49-F238E27FC236}">
                <a16:creationId xmlns:a16="http://schemas.microsoft.com/office/drawing/2014/main" id="{69CE2267-F583-0DE9-A23B-37270FA758F1}"/>
              </a:ext>
            </a:extLst>
          </p:cNvPr>
          <p:cNvSpPr/>
          <p:nvPr/>
        </p:nvSpPr>
        <p:spPr>
          <a:xfrm>
            <a:off x="2153268" y="4100121"/>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lint</a:t>
            </a:r>
          </a:p>
        </p:txBody>
      </p:sp>
      <p:sp>
        <p:nvSpPr>
          <p:cNvPr id="17" name="Rectangle 16">
            <a:extLst>
              <a:ext uri="{FF2B5EF4-FFF2-40B4-BE49-F238E27FC236}">
                <a16:creationId xmlns:a16="http://schemas.microsoft.com/office/drawing/2014/main" id="{0F2E8A25-A339-3A2B-9068-44B333525C1A}"/>
              </a:ext>
            </a:extLst>
          </p:cNvPr>
          <p:cNvSpPr/>
          <p:nvPr/>
        </p:nvSpPr>
        <p:spPr>
          <a:xfrm>
            <a:off x="3785421" y="4075470"/>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Backend tests</a:t>
            </a:r>
          </a:p>
        </p:txBody>
      </p:sp>
      <p:sp>
        <p:nvSpPr>
          <p:cNvPr id="18" name="Rectangle 17">
            <a:extLst>
              <a:ext uri="{FF2B5EF4-FFF2-40B4-BE49-F238E27FC236}">
                <a16:creationId xmlns:a16="http://schemas.microsoft.com/office/drawing/2014/main" id="{55432074-103E-AAD9-178B-CF082E70186E}"/>
              </a:ext>
            </a:extLst>
          </p:cNvPr>
          <p:cNvSpPr/>
          <p:nvPr/>
        </p:nvSpPr>
        <p:spPr>
          <a:xfrm>
            <a:off x="10299749" y="4070553"/>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tx2"/>
                </a:solidFill>
              </a:rPr>
              <a:t>Integration tests</a:t>
            </a:r>
          </a:p>
        </p:txBody>
      </p:sp>
      <p:sp>
        <p:nvSpPr>
          <p:cNvPr id="19" name="TextBox 18">
            <a:extLst>
              <a:ext uri="{FF2B5EF4-FFF2-40B4-BE49-F238E27FC236}">
                <a16:creationId xmlns:a16="http://schemas.microsoft.com/office/drawing/2014/main" id="{CA3F5D41-457A-04C7-9134-4628D1D1343E}"/>
              </a:ext>
            </a:extLst>
          </p:cNvPr>
          <p:cNvSpPr txBox="1"/>
          <p:nvPr/>
        </p:nvSpPr>
        <p:spPr>
          <a:xfrm>
            <a:off x="475522" y="3726753"/>
            <a:ext cx="6096000" cy="369332"/>
          </a:xfrm>
          <a:prstGeom prst="rect">
            <a:avLst/>
          </a:prstGeom>
          <a:noFill/>
        </p:spPr>
        <p:txBody>
          <a:bodyPr wrap="square">
            <a:spAutoFit/>
          </a:bodyPr>
          <a:lstStyle/>
          <a:p>
            <a:r>
              <a:rPr lang="en-IN" dirty="0"/>
              <a:t>PR</a:t>
            </a:r>
          </a:p>
        </p:txBody>
      </p:sp>
    </p:spTree>
    <p:extLst>
      <p:ext uri="{BB962C8B-B14F-4D97-AF65-F5344CB8AC3E}">
        <p14:creationId xmlns:p14="http://schemas.microsoft.com/office/powerpoint/2010/main" val="26132406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F452E-9F5D-508D-F0D8-1BC12345E73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E8890F8-5D88-118C-A238-41EA85A6A43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0CD38E-35A1-2247-B55D-C6626AF9BA09}" type="slidenum">
              <a:rPr kumimoji="0" lang="en-US" sz="1200" b="0" i="0" u="none" strike="noStrike" kern="1200" cap="none" spc="0" normalizeH="0" baseline="0" noProof="0" smtClean="0">
                <a:ln>
                  <a:noFill/>
                </a:ln>
                <a:solidFill>
                  <a:srgbClr val="151D24"/>
                </a:solidFill>
                <a:effectLst/>
                <a:uLnTx/>
                <a:uFillTx/>
                <a:latin typeface="Outfi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srgbClr val="151D24"/>
              </a:solidFill>
              <a:effectLst/>
              <a:uLnTx/>
              <a:uFillTx/>
              <a:latin typeface="Outfit Light" pitchFamily="2" charset="0"/>
              <a:ea typeface="+mn-ea"/>
              <a:cs typeface="+mn-cs"/>
            </a:endParaRPr>
          </a:p>
        </p:txBody>
      </p:sp>
      <p:sp>
        <p:nvSpPr>
          <p:cNvPr id="2" name="Title 1">
            <a:extLst>
              <a:ext uri="{FF2B5EF4-FFF2-40B4-BE49-F238E27FC236}">
                <a16:creationId xmlns:a16="http://schemas.microsoft.com/office/drawing/2014/main" id="{7662D805-015A-8FBA-499A-B870DD922B63}"/>
              </a:ext>
            </a:extLst>
          </p:cNvPr>
          <p:cNvSpPr>
            <a:spLocks noGrp="1"/>
          </p:cNvSpPr>
          <p:nvPr>
            <p:ph type="title" idx="4294967295"/>
          </p:nvPr>
        </p:nvSpPr>
        <p:spPr>
          <a:xfrm>
            <a:off x="0" y="366713"/>
            <a:ext cx="10915650" cy="1323975"/>
          </a:xfrm>
        </p:spPr>
        <p:txBody>
          <a:bodyPr/>
          <a:lstStyle/>
          <a:p>
            <a:r>
              <a:rPr lang="en-IN" dirty="0"/>
              <a:t>#3 Anti-Pattern – The Aesthete</a:t>
            </a:r>
          </a:p>
        </p:txBody>
      </p:sp>
      <p:sp>
        <p:nvSpPr>
          <p:cNvPr id="5" name="Rectangle 4">
            <a:extLst>
              <a:ext uri="{FF2B5EF4-FFF2-40B4-BE49-F238E27FC236}">
                <a16:creationId xmlns:a16="http://schemas.microsoft.com/office/drawing/2014/main" id="{E0EAF725-E83E-157F-F80B-1DF9F4B4624C}"/>
              </a:ext>
            </a:extLst>
          </p:cNvPr>
          <p:cNvSpPr/>
          <p:nvPr/>
        </p:nvSpPr>
        <p:spPr>
          <a:xfrm>
            <a:off x="5458250" y="2529413"/>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Unit tests</a:t>
            </a:r>
          </a:p>
        </p:txBody>
      </p:sp>
      <p:sp>
        <p:nvSpPr>
          <p:cNvPr id="6" name="Rectangle 5">
            <a:extLst>
              <a:ext uri="{FF2B5EF4-FFF2-40B4-BE49-F238E27FC236}">
                <a16:creationId xmlns:a16="http://schemas.microsoft.com/office/drawing/2014/main" id="{F0C81DED-4B25-9774-7D3C-1B1A9E0FC9E1}"/>
              </a:ext>
            </a:extLst>
          </p:cNvPr>
          <p:cNvSpPr/>
          <p:nvPr/>
        </p:nvSpPr>
        <p:spPr>
          <a:xfrm>
            <a:off x="8715414" y="2512138"/>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a:ln>
                  <a:noFill/>
                </a:ln>
                <a:solidFill>
                  <a:srgbClr val="152644"/>
                </a:solidFill>
                <a:effectLst/>
                <a:uLnTx/>
                <a:uFillTx/>
                <a:latin typeface="Arial" panose="020B0604020202020204"/>
                <a:ea typeface="+mn-ea"/>
                <a:cs typeface="+mn-cs"/>
              </a:rPr>
              <a:t>E2E tests</a:t>
            </a:r>
            <a:endPar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04524891-9B73-B993-2A1E-83F13D125BED}"/>
              </a:ext>
            </a:extLst>
          </p:cNvPr>
          <p:cNvSpPr/>
          <p:nvPr/>
        </p:nvSpPr>
        <p:spPr>
          <a:xfrm>
            <a:off x="7086832" y="2517055"/>
            <a:ext cx="1396181" cy="717756"/>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Integration tests</a:t>
            </a:r>
          </a:p>
        </p:txBody>
      </p:sp>
      <p:sp>
        <p:nvSpPr>
          <p:cNvPr id="8" name="Rectangle 7">
            <a:extLst>
              <a:ext uri="{FF2B5EF4-FFF2-40B4-BE49-F238E27FC236}">
                <a16:creationId xmlns:a16="http://schemas.microsoft.com/office/drawing/2014/main" id="{46AB8431-A8A2-C3E1-0E2E-CAB5B049C5EA}"/>
              </a:ext>
            </a:extLst>
          </p:cNvPr>
          <p:cNvSpPr/>
          <p:nvPr/>
        </p:nvSpPr>
        <p:spPr>
          <a:xfrm>
            <a:off x="568933" y="254170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setup</a:t>
            </a:r>
          </a:p>
        </p:txBody>
      </p:sp>
      <p:sp>
        <p:nvSpPr>
          <p:cNvPr id="9" name="Rectangle 8">
            <a:extLst>
              <a:ext uri="{FF2B5EF4-FFF2-40B4-BE49-F238E27FC236}">
                <a16:creationId xmlns:a16="http://schemas.microsoft.com/office/drawing/2014/main" id="{CB9F7E15-E32D-55F5-AFAC-5ABF8EFB61B4}"/>
              </a:ext>
            </a:extLst>
          </p:cNvPr>
          <p:cNvSpPr/>
          <p:nvPr/>
        </p:nvSpPr>
        <p:spPr>
          <a:xfrm>
            <a:off x="2197515" y="2541706"/>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Lint</a:t>
            </a:r>
          </a:p>
        </p:txBody>
      </p:sp>
      <p:sp>
        <p:nvSpPr>
          <p:cNvPr id="10" name="Rectangle 9">
            <a:extLst>
              <a:ext uri="{FF2B5EF4-FFF2-40B4-BE49-F238E27FC236}">
                <a16:creationId xmlns:a16="http://schemas.microsoft.com/office/drawing/2014/main" id="{16836356-1159-74D6-9E89-B151862950AF}"/>
              </a:ext>
            </a:extLst>
          </p:cNvPr>
          <p:cNvSpPr/>
          <p:nvPr/>
        </p:nvSpPr>
        <p:spPr>
          <a:xfrm>
            <a:off x="3829668" y="2517055"/>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Compile</a:t>
            </a:r>
          </a:p>
        </p:txBody>
      </p:sp>
      <p:sp>
        <p:nvSpPr>
          <p:cNvPr id="13" name="TextBox 12">
            <a:extLst>
              <a:ext uri="{FF2B5EF4-FFF2-40B4-BE49-F238E27FC236}">
                <a16:creationId xmlns:a16="http://schemas.microsoft.com/office/drawing/2014/main" id="{212C97C0-17C6-0E24-7BF8-EA5B31F2648A}"/>
              </a:ext>
            </a:extLst>
          </p:cNvPr>
          <p:cNvSpPr txBox="1"/>
          <p:nvPr/>
        </p:nvSpPr>
        <p:spPr>
          <a:xfrm>
            <a:off x="519769" y="2168338"/>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1D24"/>
                </a:solidFill>
                <a:effectLst/>
                <a:uLnTx/>
                <a:uFillTx/>
                <a:latin typeface="Arial" panose="020B0604020202020204"/>
                <a:ea typeface="+mn-ea"/>
                <a:cs typeface="+mn-cs"/>
              </a:rPr>
              <a:t>Build</a:t>
            </a:r>
          </a:p>
        </p:txBody>
      </p:sp>
      <p:sp>
        <p:nvSpPr>
          <p:cNvPr id="12" name="TextBox 11">
            <a:extLst>
              <a:ext uri="{FF2B5EF4-FFF2-40B4-BE49-F238E27FC236}">
                <a16:creationId xmlns:a16="http://schemas.microsoft.com/office/drawing/2014/main" id="{2AD55245-DDE9-0E6A-B71F-314365E1F45C}"/>
              </a:ext>
            </a:extLst>
          </p:cNvPr>
          <p:cNvSpPr txBox="1"/>
          <p:nvPr/>
        </p:nvSpPr>
        <p:spPr>
          <a:xfrm>
            <a:off x="943896" y="3547880"/>
            <a:ext cx="869275" cy="369332"/>
          </a:xfrm>
          <a:prstGeom prst="rect">
            <a:avLst/>
          </a:prstGeom>
          <a:noFill/>
        </p:spPr>
        <p:txBody>
          <a:bodyPr wrap="square">
            <a:spAutoFit/>
          </a:bodyPr>
          <a:lstStyle/>
          <a:p>
            <a:r>
              <a:rPr lang="en-IN" dirty="0"/>
              <a:t>33 s</a:t>
            </a:r>
          </a:p>
        </p:txBody>
      </p:sp>
      <p:sp>
        <p:nvSpPr>
          <p:cNvPr id="31" name="TextBox 30">
            <a:extLst>
              <a:ext uri="{FF2B5EF4-FFF2-40B4-BE49-F238E27FC236}">
                <a16:creationId xmlns:a16="http://schemas.microsoft.com/office/drawing/2014/main" id="{100031CC-3910-4AF6-1117-13E3B81CC380}"/>
              </a:ext>
            </a:extLst>
          </p:cNvPr>
          <p:cNvSpPr txBox="1"/>
          <p:nvPr/>
        </p:nvSpPr>
        <p:spPr>
          <a:xfrm>
            <a:off x="2394161" y="3547880"/>
            <a:ext cx="1199535" cy="369332"/>
          </a:xfrm>
          <a:prstGeom prst="rect">
            <a:avLst/>
          </a:prstGeom>
          <a:noFill/>
        </p:spPr>
        <p:txBody>
          <a:bodyPr wrap="square">
            <a:spAutoFit/>
          </a:bodyPr>
          <a:lstStyle/>
          <a:p>
            <a:r>
              <a:rPr lang="en-IN" dirty="0"/>
              <a:t>2 m 42 s</a:t>
            </a:r>
          </a:p>
        </p:txBody>
      </p:sp>
      <p:sp>
        <p:nvSpPr>
          <p:cNvPr id="33" name="TextBox 32">
            <a:extLst>
              <a:ext uri="{FF2B5EF4-FFF2-40B4-BE49-F238E27FC236}">
                <a16:creationId xmlns:a16="http://schemas.microsoft.com/office/drawing/2014/main" id="{F6913310-8514-A0E4-5C72-4F71601AF6FC}"/>
              </a:ext>
            </a:extLst>
          </p:cNvPr>
          <p:cNvSpPr txBox="1"/>
          <p:nvPr/>
        </p:nvSpPr>
        <p:spPr>
          <a:xfrm>
            <a:off x="4012444" y="3547880"/>
            <a:ext cx="1199535" cy="369332"/>
          </a:xfrm>
          <a:prstGeom prst="rect">
            <a:avLst/>
          </a:prstGeom>
          <a:noFill/>
        </p:spPr>
        <p:txBody>
          <a:bodyPr wrap="square">
            <a:spAutoFit/>
          </a:bodyPr>
          <a:lstStyle/>
          <a:p>
            <a:r>
              <a:rPr lang="en-IN" dirty="0"/>
              <a:t>5 m 14 s</a:t>
            </a:r>
          </a:p>
        </p:txBody>
      </p:sp>
      <p:sp>
        <p:nvSpPr>
          <p:cNvPr id="35" name="TextBox 34">
            <a:extLst>
              <a:ext uri="{FF2B5EF4-FFF2-40B4-BE49-F238E27FC236}">
                <a16:creationId xmlns:a16="http://schemas.microsoft.com/office/drawing/2014/main" id="{6D04116E-ACAD-75CE-940D-6D59E63F535B}"/>
              </a:ext>
            </a:extLst>
          </p:cNvPr>
          <p:cNvSpPr txBox="1"/>
          <p:nvPr/>
        </p:nvSpPr>
        <p:spPr>
          <a:xfrm>
            <a:off x="5859151" y="3547880"/>
            <a:ext cx="816960" cy="369332"/>
          </a:xfrm>
          <a:prstGeom prst="rect">
            <a:avLst/>
          </a:prstGeom>
          <a:noFill/>
        </p:spPr>
        <p:txBody>
          <a:bodyPr wrap="square">
            <a:spAutoFit/>
          </a:bodyPr>
          <a:lstStyle/>
          <a:p>
            <a:r>
              <a:rPr lang="en-IN" dirty="0"/>
              <a:t>52 s</a:t>
            </a:r>
          </a:p>
        </p:txBody>
      </p:sp>
      <p:sp>
        <p:nvSpPr>
          <p:cNvPr id="37" name="TextBox 36">
            <a:extLst>
              <a:ext uri="{FF2B5EF4-FFF2-40B4-BE49-F238E27FC236}">
                <a16:creationId xmlns:a16="http://schemas.microsoft.com/office/drawing/2014/main" id="{9B4691CE-8E58-BF64-3688-70883B699563}"/>
              </a:ext>
            </a:extLst>
          </p:cNvPr>
          <p:cNvSpPr txBox="1"/>
          <p:nvPr/>
        </p:nvSpPr>
        <p:spPr>
          <a:xfrm>
            <a:off x="7274991" y="3547880"/>
            <a:ext cx="1199535" cy="369332"/>
          </a:xfrm>
          <a:prstGeom prst="rect">
            <a:avLst/>
          </a:prstGeom>
          <a:noFill/>
        </p:spPr>
        <p:txBody>
          <a:bodyPr wrap="square">
            <a:spAutoFit/>
          </a:bodyPr>
          <a:lstStyle/>
          <a:p>
            <a:r>
              <a:rPr lang="en-IN" dirty="0"/>
              <a:t>4 m 16 s</a:t>
            </a:r>
          </a:p>
        </p:txBody>
      </p:sp>
      <p:sp>
        <p:nvSpPr>
          <p:cNvPr id="39" name="TextBox 38">
            <a:extLst>
              <a:ext uri="{FF2B5EF4-FFF2-40B4-BE49-F238E27FC236}">
                <a16:creationId xmlns:a16="http://schemas.microsoft.com/office/drawing/2014/main" id="{C9A0656D-8963-8D97-3231-ADF0133007EB}"/>
              </a:ext>
            </a:extLst>
          </p:cNvPr>
          <p:cNvSpPr txBox="1"/>
          <p:nvPr/>
        </p:nvSpPr>
        <p:spPr>
          <a:xfrm>
            <a:off x="10500870" y="2686353"/>
            <a:ext cx="1288026" cy="369332"/>
          </a:xfrm>
          <a:prstGeom prst="rect">
            <a:avLst/>
          </a:prstGeom>
          <a:noFill/>
        </p:spPr>
        <p:txBody>
          <a:bodyPr wrap="square">
            <a:spAutoFit/>
          </a:bodyPr>
          <a:lstStyle/>
          <a:p>
            <a:r>
              <a:rPr lang="en-IN" dirty="0"/>
              <a:t>13 m 37 s</a:t>
            </a:r>
          </a:p>
        </p:txBody>
      </p:sp>
      <p:sp>
        <p:nvSpPr>
          <p:cNvPr id="41" name="TextBox 40">
            <a:extLst>
              <a:ext uri="{FF2B5EF4-FFF2-40B4-BE49-F238E27FC236}">
                <a16:creationId xmlns:a16="http://schemas.microsoft.com/office/drawing/2014/main" id="{1AF21C67-11B0-C42F-52B1-671BBDBB1B30}"/>
              </a:ext>
            </a:extLst>
          </p:cNvPr>
          <p:cNvSpPr txBox="1"/>
          <p:nvPr/>
        </p:nvSpPr>
        <p:spPr>
          <a:xfrm>
            <a:off x="957536" y="4590548"/>
            <a:ext cx="8536626" cy="923330"/>
          </a:xfrm>
          <a:prstGeom prst="rect">
            <a:avLst/>
          </a:prstGeom>
          <a:noFill/>
        </p:spPr>
        <p:txBody>
          <a:bodyPr wrap="square">
            <a:spAutoFit/>
          </a:bodyPr>
          <a:lstStyle/>
          <a:p>
            <a:pPr marL="285750" indent="-285750">
              <a:buFont typeface="Arial" panose="020B0604020202020204" pitchFamily="34" charset="0"/>
              <a:buChar char="•"/>
            </a:pPr>
            <a:r>
              <a:rPr lang="en-IN" dirty="0"/>
              <a:t>If something fails, we will be notified about it after 13 minutes.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70% of pipeline failures are due to integration test failures.</a:t>
            </a:r>
          </a:p>
        </p:txBody>
      </p:sp>
    </p:spTree>
    <p:extLst>
      <p:ext uri="{BB962C8B-B14F-4D97-AF65-F5344CB8AC3E}">
        <p14:creationId xmlns:p14="http://schemas.microsoft.com/office/powerpoint/2010/main" val="128623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8464ABA-1D8F-8FD7-0257-21228E29927D}"/>
              </a:ext>
            </a:extLst>
          </p:cNvPr>
          <p:cNvSpPr>
            <a:spLocks noGrp="1"/>
          </p:cNvSpPr>
          <p:nvPr>
            <p:ph type="sldNum" sz="quarter" idx="12"/>
          </p:nvPr>
        </p:nvSpPr>
        <p:spPr/>
        <p:txBody>
          <a:bodyPr/>
          <a:lstStyle/>
          <a:p>
            <a:fld id="{CC0CD38E-35A1-2247-B55D-C6626AF9BA09}" type="slidenum">
              <a:rPr lang="en-US" smtClean="0"/>
              <a:t>9</a:t>
            </a:fld>
            <a:endParaRPr lang="en-US"/>
          </a:p>
        </p:txBody>
      </p:sp>
      <p:sp>
        <p:nvSpPr>
          <p:cNvPr id="2" name="Title 1">
            <a:extLst>
              <a:ext uri="{FF2B5EF4-FFF2-40B4-BE49-F238E27FC236}">
                <a16:creationId xmlns:a16="http://schemas.microsoft.com/office/drawing/2014/main" id="{14E04FC0-FD77-F84E-54C4-D1A4B3356FE5}"/>
              </a:ext>
            </a:extLst>
          </p:cNvPr>
          <p:cNvSpPr>
            <a:spLocks noGrp="1"/>
          </p:cNvSpPr>
          <p:nvPr>
            <p:ph type="title" idx="4294967295"/>
          </p:nvPr>
        </p:nvSpPr>
        <p:spPr>
          <a:xfrm>
            <a:off x="0" y="366713"/>
            <a:ext cx="10515600" cy="1323975"/>
          </a:xfrm>
        </p:spPr>
        <p:txBody>
          <a:bodyPr/>
          <a:lstStyle/>
          <a:p>
            <a:r>
              <a:rPr lang="en-IN" dirty="0"/>
              <a:t>Failing fast</a:t>
            </a:r>
          </a:p>
        </p:txBody>
      </p:sp>
      <p:sp>
        <p:nvSpPr>
          <p:cNvPr id="7" name="Rectangle 6">
            <a:extLst>
              <a:ext uri="{FF2B5EF4-FFF2-40B4-BE49-F238E27FC236}">
                <a16:creationId xmlns:a16="http://schemas.microsoft.com/office/drawing/2014/main" id="{A2389651-0D2B-4D99-C6C3-4A5E1C872735}"/>
              </a:ext>
            </a:extLst>
          </p:cNvPr>
          <p:cNvSpPr/>
          <p:nvPr/>
        </p:nvSpPr>
        <p:spPr>
          <a:xfrm>
            <a:off x="5553000" y="2930011"/>
            <a:ext cx="1396181" cy="717756"/>
          </a:xfrm>
          <a:prstGeom prst="rect">
            <a:avLst/>
          </a:prstGeom>
          <a:solidFill>
            <a:schemeClr val="accent3">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Integration tests</a:t>
            </a:r>
          </a:p>
        </p:txBody>
      </p:sp>
      <p:sp>
        <p:nvSpPr>
          <p:cNvPr id="8" name="Rectangle 7">
            <a:extLst>
              <a:ext uri="{FF2B5EF4-FFF2-40B4-BE49-F238E27FC236}">
                <a16:creationId xmlns:a16="http://schemas.microsoft.com/office/drawing/2014/main" id="{B3F0D4CE-7286-073D-6BEC-D53256B6C608}"/>
              </a:ext>
            </a:extLst>
          </p:cNvPr>
          <p:cNvSpPr/>
          <p:nvPr/>
        </p:nvSpPr>
        <p:spPr>
          <a:xfrm>
            <a:off x="1689813" y="2954662"/>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setup</a:t>
            </a:r>
          </a:p>
        </p:txBody>
      </p:sp>
      <p:sp>
        <p:nvSpPr>
          <p:cNvPr id="10" name="Rectangle 9">
            <a:extLst>
              <a:ext uri="{FF2B5EF4-FFF2-40B4-BE49-F238E27FC236}">
                <a16:creationId xmlns:a16="http://schemas.microsoft.com/office/drawing/2014/main" id="{9DCDE48E-D466-1AED-30A8-3380F67A7D85}"/>
              </a:ext>
            </a:extLst>
          </p:cNvPr>
          <p:cNvSpPr/>
          <p:nvPr/>
        </p:nvSpPr>
        <p:spPr>
          <a:xfrm>
            <a:off x="3564200" y="2930011"/>
            <a:ext cx="1396181" cy="7177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2644"/>
                </a:solidFill>
                <a:effectLst/>
                <a:uLnTx/>
                <a:uFillTx/>
                <a:latin typeface="Arial" panose="020B0604020202020204"/>
                <a:ea typeface="+mn-ea"/>
                <a:cs typeface="+mn-cs"/>
              </a:rPr>
              <a:t>Compile</a:t>
            </a:r>
          </a:p>
        </p:txBody>
      </p:sp>
      <p:sp>
        <p:nvSpPr>
          <p:cNvPr id="11" name="TextBox 10">
            <a:extLst>
              <a:ext uri="{FF2B5EF4-FFF2-40B4-BE49-F238E27FC236}">
                <a16:creationId xmlns:a16="http://schemas.microsoft.com/office/drawing/2014/main" id="{296EE504-0B32-337D-DA42-D706F28BEC2A}"/>
              </a:ext>
            </a:extLst>
          </p:cNvPr>
          <p:cNvSpPr txBox="1"/>
          <p:nvPr/>
        </p:nvSpPr>
        <p:spPr>
          <a:xfrm>
            <a:off x="1640649" y="2581294"/>
            <a:ext cx="609600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151D24"/>
                </a:solidFill>
                <a:effectLst/>
                <a:uLnTx/>
                <a:uFillTx/>
                <a:latin typeface="Arial" panose="020B0604020202020204"/>
                <a:ea typeface="+mn-ea"/>
                <a:cs typeface="+mn-cs"/>
              </a:rPr>
              <a:t>Build</a:t>
            </a:r>
          </a:p>
        </p:txBody>
      </p:sp>
      <p:sp>
        <p:nvSpPr>
          <p:cNvPr id="12" name="TextBox 11">
            <a:extLst>
              <a:ext uri="{FF2B5EF4-FFF2-40B4-BE49-F238E27FC236}">
                <a16:creationId xmlns:a16="http://schemas.microsoft.com/office/drawing/2014/main" id="{946EC8E2-E485-DBA3-2A96-C2E9A4CB3980}"/>
              </a:ext>
            </a:extLst>
          </p:cNvPr>
          <p:cNvSpPr txBox="1"/>
          <p:nvPr/>
        </p:nvSpPr>
        <p:spPr>
          <a:xfrm>
            <a:off x="2064776" y="3960836"/>
            <a:ext cx="869275" cy="369332"/>
          </a:xfrm>
          <a:prstGeom prst="rect">
            <a:avLst/>
          </a:prstGeom>
          <a:noFill/>
        </p:spPr>
        <p:txBody>
          <a:bodyPr wrap="square">
            <a:spAutoFit/>
          </a:bodyPr>
          <a:lstStyle/>
          <a:p>
            <a:r>
              <a:rPr lang="en-IN" dirty="0"/>
              <a:t>33 s</a:t>
            </a:r>
          </a:p>
        </p:txBody>
      </p:sp>
      <p:sp>
        <p:nvSpPr>
          <p:cNvPr id="14" name="TextBox 13">
            <a:extLst>
              <a:ext uri="{FF2B5EF4-FFF2-40B4-BE49-F238E27FC236}">
                <a16:creationId xmlns:a16="http://schemas.microsoft.com/office/drawing/2014/main" id="{D4A1378F-2451-BEBF-8CAE-D38EAD122679}"/>
              </a:ext>
            </a:extLst>
          </p:cNvPr>
          <p:cNvSpPr txBox="1"/>
          <p:nvPr/>
        </p:nvSpPr>
        <p:spPr>
          <a:xfrm>
            <a:off x="3746976" y="3960836"/>
            <a:ext cx="1199535" cy="369332"/>
          </a:xfrm>
          <a:prstGeom prst="rect">
            <a:avLst/>
          </a:prstGeom>
          <a:noFill/>
        </p:spPr>
        <p:txBody>
          <a:bodyPr wrap="square">
            <a:spAutoFit/>
          </a:bodyPr>
          <a:lstStyle/>
          <a:p>
            <a:r>
              <a:rPr lang="en-IN" dirty="0"/>
              <a:t>5 m 14 s</a:t>
            </a:r>
          </a:p>
        </p:txBody>
      </p:sp>
      <p:sp>
        <p:nvSpPr>
          <p:cNvPr id="16" name="TextBox 15">
            <a:extLst>
              <a:ext uri="{FF2B5EF4-FFF2-40B4-BE49-F238E27FC236}">
                <a16:creationId xmlns:a16="http://schemas.microsoft.com/office/drawing/2014/main" id="{92670E2D-FB27-12B2-04A9-FB718CC1FC46}"/>
              </a:ext>
            </a:extLst>
          </p:cNvPr>
          <p:cNvSpPr txBox="1"/>
          <p:nvPr/>
        </p:nvSpPr>
        <p:spPr>
          <a:xfrm>
            <a:off x="5741159" y="3960836"/>
            <a:ext cx="1199535" cy="369332"/>
          </a:xfrm>
          <a:prstGeom prst="rect">
            <a:avLst/>
          </a:prstGeom>
          <a:noFill/>
        </p:spPr>
        <p:txBody>
          <a:bodyPr wrap="square">
            <a:spAutoFit/>
          </a:bodyPr>
          <a:lstStyle/>
          <a:p>
            <a:r>
              <a:rPr lang="en-IN" dirty="0"/>
              <a:t>4 m 16 s</a:t>
            </a:r>
          </a:p>
        </p:txBody>
      </p:sp>
      <p:sp>
        <p:nvSpPr>
          <p:cNvPr id="17" name="TextBox 16">
            <a:extLst>
              <a:ext uri="{FF2B5EF4-FFF2-40B4-BE49-F238E27FC236}">
                <a16:creationId xmlns:a16="http://schemas.microsoft.com/office/drawing/2014/main" id="{54E72B4C-6BFD-B1D3-38C4-84D99A29FDB5}"/>
              </a:ext>
            </a:extLst>
          </p:cNvPr>
          <p:cNvSpPr txBox="1"/>
          <p:nvPr/>
        </p:nvSpPr>
        <p:spPr>
          <a:xfrm>
            <a:off x="7600344" y="3099309"/>
            <a:ext cx="1288026" cy="369332"/>
          </a:xfrm>
          <a:prstGeom prst="rect">
            <a:avLst/>
          </a:prstGeom>
          <a:noFill/>
        </p:spPr>
        <p:txBody>
          <a:bodyPr wrap="square">
            <a:spAutoFit/>
          </a:bodyPr>
          <a:lstStyle/>
          <a:p>
            <a:r>
              <a:rPr lang="en-IN" dirty="0"/>
              <a:t>10 m 3 s</a:t>
            </a:r>
          </a:p>
        </p:txBody>
      </p:sp>
    </p:spTree>
    <p:extLst>
      <p:ext uri="{BB962C8B-B14F-4D97-AF65-F5344CB8AC3E}">
        <p14:creationId xmlns:p14="http://schemas.microsoft.com/office/powerpoint/2010/main" val="40409730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0ED64-3AD3-C6A5-A18B-84DE2CBC09F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EA0BE0D-8A2D-EDE2-04FD-8D4767E6248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0CD38E-35A1-2247-B55D-C6626AF9BA09}" type="slidenum">
              <a:rPr kumimoji="0" lang="en-US" sz="1200" b="0" i="0" u="none" strike="noStrike" kern="1200" cap="none" spc="0" normalizeH="0" baseline="0" noProof="0" smtClean="0">
                <a:ln>
                  <a:noFill/>
                </a:ln>
                <a:solidFill>
                  <a:srgbClr val="151D24"/>
                </a:solidFill>
                <a:effectLst/>
                <a:uLnTx/>
                <a:uFillTx/>
                <a:latin typeface="Outfi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srgbClr val="151D24"/>
              </a:solidFill>
              <a:effectLst/>
              <a:uLnTx/>
              <a:uFillTx/>
              <a:latin typeface="Outfit Light" pitchFamily="2" charset="0"/>
              <a:ea typeface="+mn-ea"/>
              <a:cs typeface="+mn-cs"/>
            </a:endParaRPr>
          </a:p>
        </p:txBody>
      </p:sp>
      <p:sp>
        <p:nvSpPr>
          <p:cNvPr id="2" name="Title 1">
            <a:extLst>
              <a:ext uri="{FF2B5EF4-FFF2-40B4-BE49-F238E27FC236}">
                <a16:creationId xmlns:a16="http://schemas.microsoft.com/office/drawing/2014/main" id="{12C49AC3-F61F-3278-073B-EA0B0F4E24FC}"/>
              </a:ext>
            </a:extLst>
          </p:cNvPr>
          <p:cNvSpPr>
            <a:spLocks noGrp="1"/>
          </p:cNvSpPr>
          <p:nvPr>
            <p:ph type="title" idx="4294967295"/>
          </p:nvPr>
        </p:nvSpPr>
        <p:spPr>
          <a:xfrm>
            <a:off x="9525" y="287338"/>
            <a:ext cx="12182475" cy="1325562"/>
          </a:xfrm>
        </p:spPr>
        <p:txBody>
          <a:bodyPr/>
          <a:lstStyle/>
          <a:p>
            <a:r>
              <a:rPr lang="en-IN" dirty="0"/>
              <a:t>#4 Anti-Pattern – The one pipeline</a:t>
            </a:r>
          </a:p>
        </p:txBody>
      </p:sp>
      <p:sp>
        <p:nvSpPr>
          <p:cNvPr id="5" name="Rectangle 4">
            <a:extLst>
              <a:ext uri="{FF2B5EF4-FFF2-40B4-BE49-F238E27FC236}">
                <a16:creationId xmlns:a16="http://schemas.microsoft.com/office/drawing/2014/main" id="{C18625C8-F83B-D5CF-CD51-A67C967ED1E8}"/>
              </a:ext>
            </a:extLst>
          </p:cNvPr>
          <p:cNvSpPr/>
          <p:nvPr/>
        </p:nvSpPr>
        <p:spPr>
          <a:xfrm>
            <a:off x="5068609" y="2722093"/>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setup</a:t>
            </a:r>
          </a:p>
        </p:txBody>
      </p:sp>
      <p:sp>
        <p:nvSpPr>
          <p:cNvPr id="6" name="Rectangle 5">
            <a:extLst>
              <a:ext uri="{FF2B5EF4-FFF2-40B4-BE49-F238E27FC236}">
                <a16:creationId xmlns:a16="http://schemas.microsoft.com/office/drawing/2014/main" id="{CB444C1E-2A3C-F19C-EEC2-C7B6B8F68E67}"/>
              </a:ext>
            </a:extLst>
          </p:cNvPr>
          <p:cNvSpPr/>
          <p:nvPr/>
        </p:nvSpPr>
        <p:spPr>
          <a:xfrm>
            <a:off x="8197225" y="2699209"/>
            <a:ext cx="953494" cy="759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tests</a:t>
            </a:r>
          </a:p>
        </p:txBody>
      </p:sp>
      <p:sp>
        <p:nvSpPr>
          <p:cNvPr id="7" name="Rectangle 6">
            <a:extLst>
              <a:ext uri="{FF2B5EF4-FFF2-40B4-BE49-F238E27FC236}">
                <a16:creationId xmlns:a16="http://schemas.microsoft.com/office/drawing/2014/main" id="{12EC4A54-7FCD-D668-7FCA-B6C48FC842BF}"/>
              </a:ext>
            </a:extLst>
          </p:cNvPr>
          <p:cNvSpPr/>
          <p:nvPr/>
        </p:nvSpPr>
        <p:spPr>
          <a:xfrm>
            <a:off x="6161637" y="2709800"/>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lint</a:t>
            </a:r>
          </a:p>
        </p:txBody>
      </p:sp>
      <p:sp>
        <p:nvSpPr>
          <p:cNvPr id="8" name="Rectangle 7">
            <a:extLst>
              <a:ext uri="{FF2B5EF4-FFF2-40B4-BE49-F238E27FC236}">
                <a16:creationId xmlns:a16="http://schemas.microsoft.com/office/drawing/2014/main" id="{E0F941AC-9CE2-074D-B156-DDC9DE94BD22}"/>
              </a:ext>
            </a:extLst>
          </p:cNvPr>
          <p:cNvSpPr/>
          <p:nvPr/>
        </p:nvSpPr>
        <p:spPr>
          <a:xfrm>
            <a:off x="608260" y="2708854"/>
            <a:ext cx="1071257"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setup</a:t>
            </a:r>
          </a:p>
        </p:txBody>
      </p:sp>
      <p:sp>
        <p:nvSpPr>
          <p:cNvPr id="9" name="Rectangle 8">
            <a:extLst>
              <a:ext uri="{FF2B5EF4-FFF2-40B4-BE49-F238E27FC236}">
                <a16:creationId xmlns:a16="http://schemas.microsoft.com/office/drawing/2014/main" id="{D1F8DEBC-D6F7-53D8-91E9-0CE330EE9061}"/>
              </a:ext>
            </a:extLst>
          </p:cNvPr>
          <p:cNvSpPr/>
          <p:nvPr/>
        </p:nvSpPr>
        <p:spPr>
          <a:xfrm>
            <a:off x="1819203" y="2708854"/>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lint</a:t>
            </a:r>
          </a:p>
        </p:txBody>
      </p:sp>
      <p:sp>
        <p:nvSpPr>
          <p:cNvPr id="10" name="Rectangle 9">
            <a:extLst>
              <a:ext uri="{FF2B5EF4-FFF2-40B4-BE49-F238E27FC236}">
                <a16:creationId xmlns:a16="http://schemas.microsoft.com/office/drawing/2014/main" id="{147F2DE6-4228-336F-B63E-D2A8D5944D7C}"/>
              </a:ext>
            </a:extLst>
          </p:cNvPr>
          <p:cNvSpPr/>
          <p:nvPr/>
        </p:nvSpPr>
        <p:spPr>
          <a:xfrm>
            <a:off x="4005109" y="2708855"/>
            <a:ext cx="935143" cy="7300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tests</a:t>
            </a:r>
          </a:p>
        </p:txBody>
      </p:sp>
      <p:sp>
        <p:nvSpPr>
          <p:cNvPr id="11" name="Rectangle 10">
            <a:extLst>
              <a:ext uri="{FF2B5EF4-FFF2-40B4-BE49-F238E27FC236}">
                <a16:creationId xmlns:a16="http://schemas.microsoft.com/office/drawing/2014/main" id="{8D988E92-4A15-E29E-3F99-170B60C84E4C}"/>
              </a:ext>
            </a:extLst>
          </p:cNvPr>
          <p:cNvSpPr/>
          <p:nvPr/>
        </p:nvSpPr>
        <p:spPr>
          <a:xfrm>
            <a:off x="9293524" y="2696562"/>
            <a:ext cx="101452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Integration tests</a:t>
            </a:r>
          </a:p>
        </p:txBody>
      </p:sp>
      <p:sp>
        <p:nvSpPr>
          <p:cNvPr id="3" name="TextBox 2">
            <a:extLst>
              <a:ext uri="{FF2B5EF4-FFF2-40B4-BE49-F238E27FC236}">
                <a16:creationId xmlns:a16="http://schemas.microsoft.com/office/drawing/2014/main" id="{270884F9-7EAA-2E4D-605D-73E32BA5C92C}"/>
              </a:ext>
            </a:extLst>
          </p:cNvPr>
          <p:cNvSpPr txBox="1"/>
          <p:nvPr/>
        </p:nvSpPr>
        <p:spPr>
          <a:xfrm>
            <a:off x="904566" y="3695363"/>
            <a:ext cx="869275" cy="276999"/>
          </a:xfrm>
          <a:prstGeom prst="rect">
            <a:avLst/>
          </a:prstGeom>
          <a:noFill/>
        </p:spPr>
        <p:txBody>
          <a:bodyPr wrap="square">
            <a:spAutoFit/>
          </a:bodyPr>
          <a:lstStyle/>
          <a:p>
            <a:r>
              <a:rPr lang="en-IN" sz="1200" dirty="0"/>
              <a:t>33 s</a:t>
            </a:r>
          </a:p>
        </p:txBody>
      </p:sp>
      <p:sp>
        <p:nvSpPr>
          <p:cNvPr id="12" name="TextBox 11">
            <a:extLst>
              <a:ext uri="{FF2B5EF4-FFF2-40B4-BE49-F238E27FC236}">
                <a16:creationId xmlns:a16="http://schemas.microsoft.com/office/drawing/2014/main" id="{797AEF55-F0AE-DF28-CD9B-9A92840E5960}"/>
              </a:ext>
            </a:extLst>
          </p:cNvPr>
          <p:cNvSpPr txBox="1"/>
          <p:nvPr/>
        </p:nvSpPr>
        <p:spPr>
          <a:xfrm>
            <a:off x="1809372" y="3703455"/>
            <a:ext cx="1199535" cy="276999"/>
          </a:xfrm>
          <a:prstGeom prst="rect">
            <a:avLst/>
          </a:prstGeom>
          <a:noFill/>
        </p:spPr>
        <p:txBody>
          <a:bodyPr wrap="square">
            <a:spAutoFit/>
          </a:bodyPr>
          <a:lstStyle/>
          <a:p>
            <a:r>
              <a:rPr lang="en-IN" sz="1200" dirty="0"/>
              <a:t>2 m 42 s</a:t>
            </a:r>
          </a:p>
        </p:txBody>
      </p:sp>
      <p:sp>
        <p:nvSpPr>
          <p:cNvPr id="30" name="TextBox 29">
            <a:extLst>
              <a:ext uri="{FF2B5EF4-FFF2-40B4-BE49-F238E27FC236}">
                <a16:creationId xmlns:a16="http://schemas.microsoft.com/office/drawing/2014/main" id="{B2E0B838-B006-92A7-15CC-23EDAA54F1D9}"/>
              </a:ext>
            </a:extLst>
          </p:cNvPr>
          <p:cNvSpPr txBox="1"/>
          <p:nvPr/>
        </p:nvSpPr>
        <p:spPr>
          <a:xfrm>
            <a:off x="3008907" y="3695362"/>
            <a:ext cx="1199535" cy="276999"/>
          </a:xfrm>
          <a:prstGeom prst="rect">
            <a:avLst/>
          </a:prstGeom>
          <a:noFill/>
        </p:spPr>
        <p:txBody>
          <a:bodyPr wrap="square">
            <a:spAutoFit/>
          </a:bodyPr>
          <a:lstStyle/>
          <a:p>
            <a:r>
              <a:rPr lang="en-IN" sz="1200" dirty="0"/>
              <a:t>5 m 14 s</a:t>
            </a:r>
          </a:p>
        </p:txBody>
      </p:sp>
      <p:sp>
        <p:nvSpPr>
          <p:cNvPr id="31" name="TextBox 30">
            <a:extLst>
              <a:ext uri="{FF2B5EF4-FFF2-40B4-BE49-F238E27FC236}">
                <a16:creationId xmlns:a16="http://schemas.microsoft.com/office/drawing/2014/main" id="{8F307E65-0660-F431-1CAA-AD5CEE3929B1}"/>
              </a:ext>
            </a:extLst>
          </p:cNvPr>
          <p:cNvSpPr txBox="1"/>
          <p:nvPr/>
        </p:nvSpPr>
        <p:spPr>
          <a:xfrm>
            <a:off x="5170649" y="3694641"/>
            <a:ext cx="1073937" cy="276999"/>
          </a:xfrm>
          <a:prstGeom prst="rect">
            <a:avLst/>
          </a:prstGeom>
          <a:noFill/>
        </p:spPr>
        <p:txBody>
          <a:bodyPr wrap="square">
            <a:spAutoFit/>
          </a:bodyPr>
          <a:lstStyle/>
          <a:p>
            <a:r>
              <a:rPr lang="en-IN" sz="1200" dirty="0"/>
              <a:t>1 m 8 s</a:t>
            </a:r>
          </a:p>
        </p:txBody>
      </p:sp>
      <p:sp>
        <p:nvSpPr>
          <p:cNvPr id="32" name="TextBox 31">
            <a:extLst>
              <a:ext uri="{FF2B5EF4-FFF2-40B4-BE49-F238E27FC236}">
                <a16:creationId xmlns:a16="http://schemas.microsoft.com/office/drawing/2014/main" id="{EBF33AD4-A8EB-E73A-D236-B5A13AD83F68}"/>
              </a:ext>
            </a:extLst>
          </p:cNvPr>
          <p:cNvSpPr txBox="1"/>
          <p:nvPr/>
        </p:nvSpPr>
        <p:spPr>
          <a:xfrm>
            <a:off x="6247296" y="3695362"/>
            <a:ext cx="1199535" cy="276999"/>
          </a:xfrm>
          <a:prstGeom prst="rect">
            <a:avLst/>
          </a:prstGeom>
          <a:noFill/>
        </p:spPr>
        <p:txBody>
          <a:bodyPr wrap="square">
            <a:spAutoFit/>
          </a:bodyPr>
          <a:lstStyle/>
          <a:p>
            <a:r>
              <a:rPr lang="en-IN" sz="1200" dirty="0"/>
              <a:t>1 m 53 s</a:t>
            </a:r>
          </a:p>
        </p:txBody>
      </p:sp>
      <p:sp>
        <p:nvSpPr>
          <p:cNvPr id="33" name="Rectangle 32">
            <a:extLst>
              <a:ext uri="{FF2B5EF4-FFF2-40B4-BE49-F238E27FC236}">
                <a16:creationId xmlns:a16="http://schemas.microsoft.com/office/drawing/2014/main" id="{6DB3043E-2147-D79D-F638-206381D2D7DC}"/>
              </a:ext>
            </a:extLst>
          </p:cNvPr>
          <p:cNvSpPr/>
          <p:nvPr/>
        </p:nvSpPr>
        <p:spPr>
          <a:xfrm>
            <a:off x="2912156" y="2709802"/>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Compile</a:t>
            </a:r>
          </a:p>
        </p:txBody>
      </p:sp>
      <p:sp>
        <p:nvSpPr>
          <p:cNvPr id="34" name="Rectangle 33">
            <a:extLst>
              <a:ext uri="{FF2B5EF4-FFF2-40B4-BE49-F238E27FC236}">
                <a16:creationId xmlns:a16="http://schemas.microsoft.com/office/drawing/2014/main" id="{4B4368A8-F9A6-0009-973F-AE9030A491F7}"/>
              </a:ext>
            </a:extLst>
          </p:cNvPr>
          <p:cNvSpPr/>
          <p:nvPr/>
        </p:nvSpPr>
        <p:spPr>
          <a:xfrm>
            <a:off x="7179431" y="2716420"/>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Compile</a:t>
            </a:r>
          </a:p>
        </p:txBody>
      </p:sp>
      <p:sp>
        <p:nvSpPr>
          <p:cNvPr id="35" name="TextBox 34">
            <a:extLst>
              <a:ext uri="{FF2B5EF4-FFF2-40B4-BE49-F238E27FC236}">
                <a16:creationId xmlns:a16="http://schemas.microsoft.com/office/drawing/2014/main" id="{71F4C0BE-65C1-8F83-BEF5-1AA945038336}"/>
              </a:ext>
            </a:extLst>
          </p:cNvPr>
          <p:cNvSpPr txBox="1"/>
          <p:nvPr/>
        </p:nvSpPr>
        <p:spPr>
          <a:xfrm>
            <a:off x="4243973" y="3694642"/>
            <a:ext cx="869275" cy="276999"/>
          </a:xfrm>
          <a:prstGeom prst="rect">
            <a:avLst/>
          </a:prstGeom>
          <a:noFill/>
        </p:spPr>
        <p:txBody>
          <a:bodyPr wrap="square">
            <a:spAutoFit/>
          </a:bodyPr>
          <a:lstStyle/>
          <a:p>
            <a:r>
              <a:rPr lang="en-IN" sz="1200" dirty="0"/>
              <a:t>52 s</a:t>
            </a:r>
          </a:p>
        </p:txBody>
      </p:sp>
      <p:sp>
        <p:nvSpPr>
          <p:cNvPr id="36" name="TextBox 35">
            <a:extLst>
              <a:ext uri="{FF2B5EF4-FFF2-40B4-BE49-F238E27FC236}">
                <a16:creationId xmlns:a16="http://schemas.microsoft.com/office/drawing/2014/main" id="{296D8B44-944F-BDB0-455C-7278D65106B8}"/>
              </a:ext>
            </a:extLst>
          </p:cNvPr>
          <p:cNvSpPr txBox="1"/>
          <p:nvPr/>
        </p:nvSpPr>
        <p:spPr>
          <a:xfrm>
            <a:off x="7246121" y="3694640"/>
            <a:ext cx="1199535" cy="276999"/>
          </a:xfrm>
          <a:prstGeom prst="rect">
            <a:avLst/>
          </a:prstGeom>
          <a:noFill/>
        </p:spPr>
        <p:txBody>
          <a:bodyPr wrap="square">
            <a:spAutoFit/>
          </a:bodyPr>
          <a:lstStyle/>
          <a:p>
            <a:r>
              <a:rPr lang="en-IN" sz="1200" dirty="0"/>
              <a:t>2 m 12 s</a:t>
            </a:r>
          </a:p>
        </p:txBody>
      </p:sp>
      <p:sp>
        <p:nvSpPr>
          <p:cNvPr id="37" name="TextBox 36">
            <a:extLst>
              <a:ext uri="{FF2B5EF4-FFF2-40B4-BE49-F238E27FC236}">
                <a16:creationId xmlns:a16="http://schemas.microsoft.com/office/drawing/2014/main" id="{137BF76C-858B-CD45-C8E3-E454D89F560A}"/>
              </a:ext>
            </a:extLst>
          </p:cNvPr>
          <p:cNvSpPr txBox="1"/>
          <p:nvPr/>
        </p:nvSpPr>
        <p:spPr>
          <a:xfrm>
            <a:off x="8342810" y="3697852"/>
            <a:ext cx="1199535" cy="276999"/>
          </a:xfrm>
          <a:prstGeom prst="rect">
            <a:avLst/>
          </a:prstGeom>
          <a:noFill/>
        </p:spPr>
        <p:txBody>
          <a:bodyPr wrap="square">
            <a:spAutoFit/>
          </a:bodyPr>
          <a:lstStyle/>
          <a:p>
            <a:r>
              <a:rPr lang="en-IN" sz="1200" dirty="0"/>
              <a:t>3 m 26 s</a:t>
            </a:r>
          </a:p>
        </p:txBody>
      </p:sp>
      <p:sp>
        <p:nvSpPr>
          <p:cNvPr id="38" name="TextBox 37">
            <a:extLst>
              <a:ext uri="{FF2B5EF4-FFF2-40B4-BE49-F238E27FC236}">
                <a16:creationId xmlns:a16="http://schemas.microsoft.com/office/drawing/2014/main" id="{8B1FCB91-77B2-9D24-0A37-4DEC22A4A42B}"/>
              </a:ext>
            </a:extLst>
          </p:cNvPr>
          <p:cNvSpPr txBox="1"/>
          <p:nvPr/>
        </p:nvSpPr>
        <p:spPr>
          <a:xfrm>
            <a:off x="9391328" y="3694639"/>
            <a:ext cx="1199535" cy="276999"/>
          </a:xfrm>
          <a:prstGeom prst="rect">
            <a:avLst/>
          </a:prstGeom>
          <a:noFill/>
        </p:spPr>
        <p:txBody>
          <a:bodyPr wrap="square">
            <a:spAutoFit/>
          </a:bodyPr>
          <a:lstStyle/>
          <a:p>
            <a:r>
              <a:rPr lang="en-IN" sz="1200" dirty="0"/>
              <a:t>6 m 41 s</a:t>
            </a:r>
          </a:p>
        </p:txBody>
      </p:sp>
      <p:sp>
        <p:nvSpPr>
          <p:cNvPr id="39" name="TextBox 38">
            <a:extLst>
              <a:ext uri="{FF2B5EF4-FFF2-40B4-BE49-F238E27FC236}">
                <a16:creationId xmlns:a16="http://schemas.microsoft.com/office/drawing/2014/main" id="{EBA66E0C-F055-C420-2DCB-7667F78CF15B}"/>
              </a:ext>
            </a:extLst>
          </p:cNvPr>
          <p:cNvSpPr txBox="1"/>
          <p:nvPr/>
        </p:nvSpPr>
        <p:spPr>
          <a:xfrm>
            <a:off x="10594186" y="2929231"/>
            <a:ext cx="1199535" cy="276999"/>
          </a:xfrm>
          <a:prstGeom prst="rect">
            <a:avLst/>
          </a:prstGeom>
          <a:noFill/>
        </p:spPr>
        <p:txBody>
          <a:bodyPr wrap="square">
            <a:spAutoFit/>
          </a:bodyPr>
          <a:lstStyle/>
          <a:p>
            <a:r>
              <a:rPr lang="en-IN" sz="1200" dirty="0"/>
              <a:t>24 m 40 s</a:t>
            </a:r>
          </a:p>
        </p:txBody>
      </p:sp>
      <p:sp>
        <p:nvSpPr>
          <p:cNvPr id="41" name="TextBox 40">
            <a:extLst>
              <a:ext uri="{FF2B5EF4-FFF2-40B4-BE49-F238E27FC236}">
                <a16:creationId xmlns:a16="http://schemas.microsoft.com/office/drawing/2014/main" id="{0D0CA02E-A371-88F1-84E8-6E90F62F45AA}"/>
              </a:ext>
            </a:extLst>
          </p:cNvPr>
          <p:cNvSpPr txBox="1"/>
          <p:nvPr/>
        </p:nvSpPr>
        <p:spPr>
          <a:xfrm>
            <a:off x="807835" y="4672986"/>
            <a:ext cx="7741549" cy="369332"/>
          </a:xfrm>
          <a:prstGeom prst="rect">
            <a:avLst/>
          </a:prstGeom>
          <a:noFill/>
        </p:spPr>
        <p:txBody>
          <a:bodyPr wrap="square">
            <a:spAutoFit/>
          </a:bodyPr>
          <a:lstStyle/>
          <a:p>
            <a:r>
              <a:rPr lang="en-IN" dirty="0"/>
              <a:t>You cannot request a review of your PR until the pipeline completes.</a:t>
            </a:r>
          </a:p>
        </p:txBody>
      </p:sp>
    </p:spTree>
    <p:extLst>
      <p:ext uri="{BB962C8B-B14F-4D97-AF65-F5344CB8AC3E}">
        <p14:creationId xmlns:p14="http://schemas.microsoft.com/office/powerpoint/2010/main" val="22284800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D1C78-75A5-6FFA-3219-D2881365F85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23450A89-6AA0-AA51-63DC-5DF880AA104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0CD38E-35A1-2247-B55D-C6626AF9BA09}" type="slidenum">
              <a:rPr kumimoji="0" lang="en-US" sz="1200" b="0" i="0" u="none" strike="noStrike" kern="1200" cap="none" spc="0" normalizeH="0" baseline="0" noProof="0" smtClean="0">
                <a:ln>
                  <a:noFill/>
                </a:ln>
                <a:solidFill>
                  <a:srgbClr val="151D24"/>
                </a:solidFill>
                <a:effectLst/>
                <a:uLnTx/>
                <a:uFillTx/>
                <a:latin typeface="Outfi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srgbClr val="151D24"/>
              </a:solidFill>
              <a:effectLst/>
              <a:uLnTx/>
              <a:uFillTx/>
              <a:latin typeface="Outfit Light" pitchFamily="2" charset="0"/>
              <a:ea typeface="+mn-ea"/>
              <a:cs typeface="+mn-cs"/>
            </a:endParaRPr>
          </a:p>
        </p:txBody>
      </p:sp>
      <p:sp>
        <p:nvSpPr>
          <p:cNvPr id="2" name="Title 1">
            <a:extLst>
              <a:ext uri="{FF2B5EF4-FFF2-40B4-BE49-F238E27FC236}">
                <a16:creationId xmlns:a16="http://schemas.microsoft.com/office/drawing/2014/main" id="{33EB1A00-3313-2397-29EB-202565590F2D}"/>
              </a:ext>
            </a:extLst>
          </p:cNvPr>
          <p:cNvSpPr>
            <a:spLocks noGrp="1"/>
          </p:cNvSpPr>
          <p:nvPr>
            <p:ph type="title" idx="4294967295"/>
          </p:nvPr>
        </p:nvSpPr>
        <p:spPr>
          <a:xfrm>
            <a:off x="9525" y="287338"/>
            <a:ext cx="12182475" cy="1325562"/>
          </a:xfrm>
        </p:spPr>
        <p:txBody>
          <a:bodyPr/>
          <a:lstStyle/>
          <a:p>
            <a:r>
              <a:rPr lang="en-IN" dirty="0"/>
              <a:t>Parallel pipelines</a:t>
            </a:r>
          </a:p>
        </p:txBody>
      </p:sp>
      <p:sp>
        <p:nvSpPr>
          <p:cNvPr id="8" name="Rectangle 7">
            <a:extLst>
              <a:ext uri="{FF2B5EF4-FFF2-40B4-BE49-F238E27FC236}">
                <a16:creationId xmlns:a16="http://schemas.microsoft.com/office/drawing/2014/main" id="{F7BE4816-4845-5318-14A1-01AC657514EE}"/>
              </a:ext>
            </a:extLst>
          </p:cNvPr>
          <p:cNvSpPr/>
          <p:nvPr/>
        </p:nvSpPr>
        <p:spPr>
          <a:xfrm>
            <a:off x="391950" y="1715794"/>
            <a:ext cx="1071257"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setup</a:t>
            </a:r>
          </a:p>
        </p:txBody>
      </p:sp>
      <p:sp>
        <p:nvSpPr>
          <p:cNvPr id="9" name="Rectangle 8">
            <a:extLst>
              <a:ext uri="{FF2B5EF4-FFF2-40B4-BE49-F238E27FC236}">
                <a16:creationId xmlns:a16="http://schemas.microsoft.com/office/drawing/2014/main" id="{69569887-4C71-C243-4B63-E60156B62DC2}"/>
              </a:ext>
            </a:extLst>
          </p:cNvPr>
          <p:cNvSpPr/>
          <p:nvPr/>
        </p:nvSpPr>
        <p:spPr>
          <a:xfrm>
            <a:off x="1602893" y="1715794"/>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lint</a:t>
            </a:r>
          </a:p>
        </p:txBody>
      </p:sp>
      <p:sp>
        <p:nvSpPr>
          <p:cNvPr id="10" name="Rectangle 9">
            <a:extLst>
              <a:ext uri="{FF2B5EF4-FFF2-40B4-BE49-F238E27FC236}">
                <a16:creationId xmlns:a16="http://schemas.microsoft.com/office/drawing/2014/main" id="{476473A1-EEA6-2DD0-4399-1B0E6578360F}"/>
              </a:ext>
            </a:extLst>
          </p:cNvPr>
          <p:cNvSpPr/>
          <p:nvPr/>
        </p:nvSpPr>
        <p:spPr>
          <a:xfrm>
            <a:off x="3788799" y="1715795"/>
            <a:ext cx="935143" cy="7300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tests</a:t>
            </a:r>
          </a:p>
        </p:txBody>
      </p:sp>
      <p:sp>
        <p:nvSpPr>
          <p:cNvPr id="3" name="TextBox 2">
            <a:extLst>
              <a:ext uri="{FF2B5EF4-FFF2-40B4-BE49-F238E27FC236}">
                <a16:creationId xmlns:a16="http://schemas.microsoft.com/office/drawing/2014/main" id="{2B2CADA5-9117-443F-2129-F70004D6E252}"/>
              </a:ext>
            </a:extLst>
          </p:cNvPr>
          <p:cNvSpPr txBox="1"/>
          <p:nvPr/>
        </p:nvSpPr>
        <p:spPr>
          <a:xfrm>
            <a:off x="688256" y="2702303"/>
            <a:ext cx="869275" cy="276999"/>
          </a:xfrm>
          <a:prstGeom prst="rect">
            <a:avLst/>
          </a:prstGeom>
          <a:noFill/>
        </p:spPr>
        <p:txBody>
          <a:bodyPr wrap="square">
            <a:spAutoFit/>
          </a:bodyPr>
          <a:lstStyle/>
          <a:p>
            <a:r>
              <a:rPr lang="en-IN" sz="1200" dirty="0"/>
              <a:t>33 s</a:t>
            </a:r>
          </a:p>
        </p:txBody>
      </p:sp>
      <p:sp>
        <p:nvSpPr>
          <p:cNvPr id="12" name="TextBox 11">
            <a:extLst>
              <a:ext uri="{FF2B5EF4-FFF2-40B4-BE49-F238E27FC236}">
                <a16:creationId xmlns:a16="http://schemas.microsoft.com/office/drawing/2014/main" id="{8DCD5C01-61BA-1C42-C250-80A5BAB4EB49}"/>
              </a:ext>
            </a:extLst>
          </p:cNvPr>
          <p:cNvSpPr txBox="1"/>
          <p:nvPr/>
        </p:nvSpPr>
        <p:spPr>
          <a:xfrm>
            <a:off x="1593062" y="2710395"/>
            <a:ext cx="1199535" cy="276999"/>
          </a:xfrm>
          <a:prstGeom prst="rect">
            <a:avLst/>
          </a:prstGeom>
          <a:noFill/>
        </p:spPr>
        <p:txBody>
          <a:bodyPr wrap="square">
            <a:spAutoFit/>
          </a:bodyPr>
          <a:lstStyle/>
          <a:p>
            <a:r>
              <a:rPr lang="en-IN" sz="1200" dirty="0"/>
              <a:t>2 m 42 s</a:t>
            </a:r>
          </a:p>
        </p:txBody>
      </p:sp>
      <p:sp>
        <p:nvSpPr>
          <p:cNvPr id="30" name="TextBox 29">
            <a:extLst>
              <a:ext uri="{FF2B5EF4-FFF2-40B4-BE49-F238E27FC236}">
                <a16:creationId xmlns:a16="http://schemas.microsoft.com/office/drawing/2014/main" id="{F6AA25B9-A2EE-D102-6083-D027CA6027A4}"/>
              </a:ext>
            </a:extLst>
          </p:cNvPr>
          <p:cNvSpPr txBox="1"/>
          <p:nvPr/>
        </p:nvSpPr>
        <p:spPr>
          <a:xfrm>
            <a:off x="2792597" y="2702302"/>
            <a:ext cx="1199535" cy="276999"/>
          </a:xfrm>
          <a:prstGeom prst="rect">
            <a:avLst/>
          </a:prstGeom>
          <a:noFill/>
        </p:spPr>
        <p:txBody>
          <a:bodyPr wrap="square">
            <a:spAutoFit/>
          </a:bodyPr>
          <a:lstStyle/>
          <a:p>
            <a:r>
              <a:rPr lang="en-IN" sz="1200" dirty="0"/>
              <a:t>5 m 14 s</a:t>
            </a:r>
          </a:p>
        </p:txBody>
      </p:sp>
      <p:sp>
        <p:nvSpPr>
          <p:cNvPr id="33" name="Rectangle 32">
            <a:extLst>
              <a:ext uri="{FF2B5EF4-FFF2-40B4-BE49-F238E27FC236}">
                <a16:creationId xmlns:a16="http://schemas.microsoft.com/office/drawing/2014/main" id="{05AF28AF-FCC3-0584-CABB-2FC1EE87FD3C}"/>
              </a:ext>
            </a:extLst>
          </p:cNvPr>
          <p:cNvSpPr/>
          <p:nvPr/>
        </p:nvSpPr>
        <p:spPr>
          <a:xfrm>
            <a:off x="2695846" y="1716742"/>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Compile</a:t>
            </a:r>
          </a:p>
        </p:txBody>
      </p:sp>
      <p:sp>
        <p:nvSpPr>
          <p:cNvPr id="35" name="TextBox 34">
            <a:extLst>
              <a:ext uri="{FF2B5EF4-FFF2-40B4-BE49-F238E27FC236}">
                <a16:creationId xmlns:a16="http://schemas.microsoft.com/office/drawing/2014/main" id="{FFEBD882-C02A-220B-7C88-C35F6278C9EA}"/>
              </a:ext>
            </a:extLst>
          </p:cNvPr>
          <p:cNvSpPr txBox="1"/>
          <p:nvPr/>
        </p:nvSpPr>
        <p:spPr>
          <a:xfrm>
            <a:off x="4027663" y="2701582"/>
            <a:ext cx="869275" cy="276999"/>
          </a:xfrm>
          <a:prstGeom prst="rect">
            <a:avLst/>
          </a:prstGeom>
          <a:noFill/>
        </p:spPr>
        <p:txBody>
          <a:bodyPr wrap="square">
            <a:spAutoFit/>
          </a:bodyPr>
          <a:lstStyle/>
          <a:p>
            <a:r>
              <a:rPr lang="en-IN" sz="1200" dirty="0"/>
              <a:t>52 s</a:t>
            </a:r>
          </a:p>
        </p:txBody>
      </p:sp>
      <p:sp>
        <p:nvSpPr>
          <p:cNvPr id="38" name="TextBox 37">
            <a:extLst>
              <a:ext uri="{FF2B5EF4-FFF2-40B4-BE49-F238E27FC236}">
                <a16:creationId xmlns:a16="http://schemas.microsoft.com/office/drawing/2014/main" id="{4A0C1CAC-8A64-2B7E-5A15-04752DECF636}"/>
              </a:ext>
            </a:extLst>
          </p:cNvPr>
          <p:cNvSpPr txBox="1"/>
          <p:nvPr/>
        </p:nvSpPr>
        <p:spPr>
          <a:xfrm>
            <a:off x="6231793" y="1803819"/>
            <a:ext cx="1199535" cy="276999"/>
          </a:xfrm>
          <a:prstGeom prst="rect">
            <a:avLst/>
          </a:prstGeom>
          <a:noFill/>
        </p:spPr>
        <p:txBody>
          <a:bodyPr wrap="square">
            <a:spAutoFit/>
          </a:bodyPr>
          <a:lstStyle/>
          <a:p>
            <a:r>
              <a:rPr lang="en-IN" sz="1200" dirty="0"/>
              <a:t>9 m 21 s</a:t>
            </a:r>
          </a:p>
        </p:txBody>
      </p:sp>
      <p:sp>
        <p:nvSpPr>
          <p:cNvPr id="39" name="TextBox 38">
            <a:extLst>
              <a:ext uri="{FF2B5EF4-FFF2-40B4-BE49-F238E27FC236}">
                <a16:creationId xmlns:a16="http://schemas.microsoft.com/office/drawing/2014/main" id="{893C7397-0CCD-F5A0-9341-0AB6EB9AD94C}"/>
              </a:ext>
            </a:extLst>
          </p:cNvPr>
          <p:cNvSpPr txBox="1"/>
          <p:nvPr/>
        </p:nvSpPr>
        <p:spPr>
          <a:xfrm>
            <a:off x="6231792" y="3428239"/>
            <a:ext cx="1199535" cy="276999"/>
          </a:xfrm>
          <a:prstGeom prst="rect">
            <a:avLst/>
          </a:prstGeom>
          <a:noFill/>
        </p:spPr>
        <p:txBody>
          <a:bodyPr wrap="square">
            <a:spAutoFit/>
          </a:bodyPr>
          <a:lstStyle/>
          <a:p>
            <a:r>
              <a:rPr lang="en-IN" sz="1200" dirty="0"/>
              <a:t>8 m 39 s</a:t>
            </a:r>
          </a:p>
        </p:txBody>
      </p:sp>
      <p:sp>
        <p:nvSpPr>
          <p:cNvPr id="15" name="Rectangle 14">
            <a:extLst>
              <a:ext uri="{FF2B5EF4-FFF2-40B4-BE49-F238E27FC236}">
                <a16:creationId xmlns:a16="http://schemas.microsoft.com/office/drawing/2014/main" id="{CB9AC68A-8E6B-AC42-9F71-67359E6F29FF}"/>
              </a:ext>
            </a:extLst>
          </p:cNvPr>
          <p:cNvSpPr/>
          <p:nvPr/>
        </p:nvSpPr>
        <p:spPr>
          <a:xfrm>
            <a:off x="391950" y="3206230"/>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setup</a:t>
            </a:r>
          </a:p>
        </p:txBody>
      </p:sp>
      <p:sp>
        <p:nvSpPr>
          <p:cNvPr id="16" name="Rectangle 15">
            <a:extLst>
              <a:ext uri="{FF2B5EF4-FFF2-40B4-BE49-F238E27FC236}">
                <a16:creationId xmlns:a16="http://schemas.microsoft.com/office/drawing/2014/main" id="{76A97036-3453-0858-18C0-F43BD95FC51C}"/>
              </a:ext>
            </a:extLst>
          </p:cNvPr>
          <p:cNvSpPr/>
          <p:nvPr/>
        </p:nvSpPr>
        <p:spPr>
          <a:xfrm>
            <a:off x="3520566" y="3183346"/>
            <a:ext cx="953494" cy="759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tests</a:t>
            </a:r>
          </a:p>
        </p:txBody>
      </p:sp>
      <p:sp>
        <p:nvSpPr>
          <p:cNvPr id="17" name="Rectangle 16">
            <a:extLst>
              <a:ext uri="{FF2B5EF4-FFF2-40B4-BE49-F238E27FC236}">
                <a16:creationId xmlns:a16="http://schemas.microsoft.com/office/drawing/2014/main" id="{E3FA9855-C557-3648-4B65-B360537D22B5}"/>
              </a:ext>
            </a:extLst>
          </p:cNvPr>
          <p:cNvSpPr/>
          <p:nvPr/>
        </p:nvSpPr>
        <p:spPr>
          <a:xfrm>
            <a:off x="1484978" y="3193937"/>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lint</a:t>
            </a:r>
          </a:p>
        </p:txBody>
      </p:sp>
      <p:sp>
        <p:nvSpPr>
          <p:cNvPr id="19" name="TextBox 18">
            <a:extLst>
              <a:ext uri="{FF2B5EF4-FFF2-40B4-BE49-F238E27FC236}">
                <a16:creationId xmlns:a16="http://schemas.microsoft.com/office/drawing/2014/main" id="{8F5606CB-4536-363B-16D9-0BCDF9C74874}"/>
              </a:ext>
            </a:extLst>
          </p:cNvPr>
          <p:cNvSpPr txBox="1"/>
          <p:nvPr/>
        </p:nvSpPr>
        <p:spPr>
          <a:xfrm>
            <a:off x="493990" y="4178778"/>
            <a:ext cx="1073937" cy="276999"/>
          </a:xfrm>
          <a:prstGeom prst="rect">
            <a:avLst/>
          </a:prstGeom>
          <a:noFill/>
        </p:spPr>
        <p:txBody>
          <a:bodyPr wrap="square">
            <a:spAutoFit/>
          </a:bodyPr>
          <a:lstStyle/>
          <a:p>
            <a:r>
              <a:rPr lang="en-IN" sz="1200" dirty="0"/>
              <a:t>1 m 8 s</a:t>
            </a:r>
          </a:p>
        </p:txBody>
      </p:sp>
      <p:sp>
        <p:nvSpPr>
          <p:cNvPr id="20" name="TextBox 19">
            <a:extLst>
              <a:ext uri="{FF2B5EF4-FFF2-40B4-BE49-F238E27FC236}">
                <a16:creationId xmlns:a16="http://schemas.microsoft.com/office/drawing/2014/main" id="{C3366571-AD34-AF68-6E1B-EFE51A45E635}"/>
              </a:ext>
            </a:extLst>
          </p:cNvPr>
          <p:cNvSpPr txBox="1"/>
          <p:nvPr/>
        </p:nvSpPr>
        <p:spPr>
          <a:xfrm>
            <a:off x="1570637" y="4179499"/>
            <a:ext cx="1199535" cy="276999"/>
          </a:xfrm>
          <a:prstGeom prst="rect">
            <a:avLst/>
          </a:prstGeom>
          <a:noFill/>
        </p:spPr>
        <p:txBody>
          <a:bodyPr wrap="square">
            <a:spAutoFit/>
          </a:bodyPr>
          <a:lstStyle/>
          <a:p>
            <a:r>
              <a:rPr lang="en-IN" sz="1200" dirty="0"/>
              <a:t>1 m 53 s</a:t>
            </a:r>
          </a:p>
        </p:txBody>
      </p:sp>
      <p:sp>
        <p:nvSpPr>
          <p:cNvPr id="21" name="Rectangle 20">
            <a:extLst>
              <a:ext uri="{FF2B5EF4-FFF2-40B4-BE49-F238E27FC236}">
                <a16:creationId xmlns:a16="http://schemas.microsoft.com/office/drawing/2014/main" id="{9A692AC3-1FA2-22EA-EDE2-646CD1983BA4}"/>
              </a:ext>
            </a:extLst>
          </p:cNvPr>
          <p:cNvSpPr/>
          <p:nvPr/>
        </p:nvSpPr>
        <p:spPr>
          <a:xfrm>
            <a:off x="2502772" y="3200557"/>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Compile</a:t>
            </a:r>
          </a:p>
        </p:txBody>
      </p:sp>
      <p:sp>
        <p:nvSpPr>
          <p:cNvPr id="22" name="TextBox 21">
            <a:extLst>
              <a:ext uri="{FF2B5EF4-FFF2-40B4-BE49-F238E27FC236}">
                <a16:creationId xmlns:a16="http://schemas.microsoft.com/office/drawing/2014/main" id="{BFD986DA-9B10-D786-3D90-EA5B2AAFBFC8}"/>
              </a:ext>
            </a:extLst>
          </p:cNvPr>
          <p:cNvSpPr txBox="1"/>
          <p:nvPr/>
        </p:nvSpPr>
        <p:spPr>
          <a:xfrm>
            <a:off x="2569462" y="4178777"/>
            <a:ext cx="1199535" cy="276999"/>
          </a:xfrm>
          <a:prstGeom prst="rect">
            <a:avLst/>
          </a:prstGeom>
          <a:noFill/>
        </p:spPr>
        <p:txBody>
          <a:bodyPr wrap="square">
            <a:spAutoFit/>
          </a:bodyPr>
          <a:lstStyle/>
          <a:p>
            <a:r>
              <a:rPr lang="en-IN" sz="1200" dirty="0"/>
              <a:t>2 m 12 s</a:t>
            </a:r>
          </a:p>
        </p:txBody>
      </p:sp>
      <p:sp>
        <p:nvSpPr>
          <p:cNvPr id="23" name="TextBox 22">
            <a:extLst>
              <a:ext uri="{FF2B5EF4-FFF2-40B4-BE49-F238E27FC236}">
                <a16:creationId xmlns:a16="http://schemas.microsoft.com/office/drawing/2014/main" id="{269B786D-BF4B-379E-9C91-70BC2D4FEE0C}"/>
              </a:ext>
            </a:extLst>
          </p:cNvPr>
          <p:cNvSpPr txBox="1"/>
          <p:nvPr/>
        </p:nvSpPr>
        <p:spPr>
          <a:xfrm>
            <a:off x="3666151" y="4181989"/>
            <a:ext cx="1199535" cy="276999"/>
          </a:xfrm>
          <a:prstGeom prst="rect">
            <a:avLst/>
          </a:prstGeom>
          <a:noFill/>
        </p:spPr>
        <p:txBody>
          <a:bodyPr wrap="square">
            <a:spAutoFit/>
          </a:bodyPr>
          <a:lstStyle/>
          <a:p>
            <a:r>
              <a:rPr lang="en-IN" sz="1200" dirty="0"/>
              <a:t>3 m 26 s</a:t>
            </a:r>
          </a:p>
        </p:txBody>
      </p:sp>
      <p:sp>
        <p:nvSpPr>
          <p:cNvPr id="24" name="Rectangle 23">
            <a:extLst>
              <a:ext uri="{FF2B5EF4-FFF2-40B4-BE49-F238E27FC236}">
                <a16:creationId xmlns:a16="http://schemas.microsoft.com/office/drawing/2014/main" id="{484A61DD-5908-2041-6228-07145F2BBD0A}"/>
              </a:ext>
            </a:extLst>
          </p:cNvPr>
          <p:cNvSpPr/>
          <p:nvPr/>
        </p:nvSpPr>
        <p:spPr>
          <a:xfrm>
            <a:off x="391950" y="4762076"/>
            <a:ext cx="1071257"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setup</a:t>
            </a:r>
          </a:p>
        </p:txBody>
      </p:sp>
      <p:sp>
        <p:nvSpPr>
          <p:cNvPr id="25" name="TextBox 24">
            <a:extLst>
              <a:ext uri="{FF2B5EF4-FFF2-40B4-BE49-F238E27FC236}">
                <a16:creationId xmlns:a16="http://schemas.microsoft.com/office/drawing/2014/main" id="{70A4205E-A4A0-D4B6-A21D-DA4A9147A4CF}"/>
              </a:ext>
            </a:extLst>
          </p:cNvPr>
          <p:cNvSpPr txBox="1"/>
          <p:nvPr/>
        </p:nvSpPr>
        <p:spPr>
          <a:xfrm>
            <a:off x="688256" y="5748585"/>
            <a:ext cx="869275" cy="276999"/>
          </a:xfrm>
          <a:prstGeom prst="rect">
            <a:avLst/>
          </a:prstGeom>
          <a:noFill/>
        </p:spPr>
        <p:txBody>
          <a:bodyPr wrap="square">
            <a:spAutoFit/>
          </a:bodyPr>
          <a:lstStyle/>
          <a:p>
            <a:r>
              <a:rPr lang="en-IN" sz="1200" dirty="0"/>
              <a:t>33 s</a:t>
            </a:r>
          </a:p>
        </p:txBody>
      </p:sp>
      <p:sp>
        <p:nvSpPr>
          <p:cNvPr id="26" name="TextBox 25">
            <a:extLst>
              <a:ext uri="{FF2B5EF4-FFF2-40B4-BE49-F238E27FC236}">
                <a16:creationId xmlns:a16="http://schemas.microsoft.com/office/drawing/2014/main" id="{6E383276-C7A5-575A-7AD0-4F0784291A00}"/>
              </a:ext>
            </a:extLst>
          </p:cNvPr>
          <p:cNvSpPr txBox="1"/>
          <p:nvPr/>
        </p:nvSpPr>
        <p:spPr>
          <a:xfrm>
            <a:off x="1689813" y="5748585"/>
            <a:ext cx="1199535" cy="276999"/>
          </a:xfrm>
          <a:prstGeom prst="rect">
            <a:avLst/>
          </a:prstGeom>
          <a:noFill/>
        </p:spPr>
        <p:txBody>
          <a:bodyPr wrap="square">
            <a:spAutoFit/>
          </a:bodyPr>
          <a:lstStyle/>
          <a:p>
            <a:r>
              <a:rPr lang="en-IN" sz="1200" dirty="0"/>
              <a:t>5 m 14 s</a:t>
            </a:r>
          </a:p>
        </p:txBody>
      </p:sp>
      <p:sp>
        <p:nvSpPr>
          <p:cNvPr id="27" name="Rectangle 26">
            <a:extLst>
              <a:ext uri="{FF2B5EF4-FFF2-40B4-BE49-F238E27FC236}">
                <a16:creationId xmlns:a16="http://schemas.microsoft.com/office/drawing/2014/main" id="{66D456D9-9EB9-41B4-0C8B-33AFDAC1A4C3}"/>
              </a:ext>
            </a:extLst>
          </p:cNvPr>
          <p:cNvSpPr/>
          <p:nvPr/>
        </p:nvSpPr>
        <p:spPr>
          <a:xfrm>
            <a:off x="1593062" y="4763025"/>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Compile</a:t>
            </a:r>
          </a:p>
        </p:txBody>
      </p:sp>
      <p:sp>
        <p:nvSpPr>
          <p:cNvPr id="28" name="Rectangle 27">
            <a:extLst>
              <a:ext uri="{FF2B5EF4-FFF2-40B4-BE49-F238E27FC236}">
                <a16:creationId xmlns:a16="http://schemas.microsoft.com/office/drawing/2014/main" id="{B749F348-AA78-86B1-ED53-169B2DD309AD}"/>
              </a:ext>
            </a:extLst>
          </p:cNvPr>
          <p:cNvSpPr/>
          <p:nvPr/>
        </p:nvSpPr>
        <p:spPr>
          <a:xfrm>
            <a:off x="2727115" y="4774477"/>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setup</a:t>
            </a:r>
          </a:p>
        </p:txBody>
      </p:sp>
      <p:sp>
        <p:nvSpPr>
          <p:cNvPr id="40" name="TextBox 39">
            <a:extLst>
              <a:ext uri="{FF2B5EF4-FFF2-40B4-BE49-F238E27FC236}">
                <a16:creationId xmlns:a16="http://schemas.microsoft.com/office/drawing/2014/main" id="{BEEAA74F-20FA-1AE1-83BA-8A406BC05F7C}"/>
              </a:ext>
            </a:extLst>
          </p:cNvPr>
          <p:cNvSpPr txBox="1"/>
          <p:nvPr/>
        </p:nvSpPr>
        <p:spPr>
          <a:xfrm>
            <a:off x="2829155" y="5747025"/>
            <a:ext cx="1073937" cy="276999"/>
          </a:xfrm>
          <a:prstGeom prst="rect">
            <a:avLst/>
          </a:prstGeom>
          <a:noFill/>
        </p:spPr>
        <p:txBody>
          <a:bodyPr wrap="square">
            <a:spAutoFit/>
          </a:bodyPr>
          <a:lstStyle/>
          <a:p>
            <a:r>
              <a:rPr lang="en-IN" sz="1200" dirty="0"/>
              <a:t>1 m 8 s</a:t>
            </a:r>
          </a:p>
        </p:txBody>
      </p:sp>
      <p:sp>
        <p:nvSpPr>
          <p:cNvPr id="43" name="Rectangle 42">
            <a:extLst>
              <a:ext uri="{FF2B5EF4-FFF2-40B4-BE49-F238E27FC236}">
                <a16:creationId xmlns:a16="http://schemas.microsoft.com/office/drawing/2014/main" id="{4A8A73D9-A3A9-0ADF-9E61-D664A4D3355A}"/>
              </a:ext>
            </a:extLst>
          </p:cNvPr>
          <p:cNvSpPr/>
          <p:nvPr/>
        </p:nvSpPr>
        <p:spPr>
          <a:xfrm>
            <a:off x="3854711" y="4768804"/>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Compile</a:t>
            </a:r>
          </a:p>
        </p:txBody>
      </p:sp>
      <p:sp>
        <p:nvSpPr>
          <p:cNvPr id="44" name="TextBox 43">
            <a:extLst>
              <a:ext uri="{FF2B5EF4-FFF2-40B4-BE49-F238E27FC236}">
                <a16:creationId xmlns:a16="http://schemas.microsoft.com/office/drawing/2014/main" id="{ABDA0EC0-07A0-39E4-4C58-CBCFCA3CFFBD}"/>
              </a:ext>
            </a:extLst>
          </p:cNvPr>
          <p:cNvSpPr txBox="1"/>
          <p:nvPr/>
        </p:nvSpPr>
        <p:spPr>
          <a:xfrm>
            <a:off x="3921401" y="5747024"/>
            <a:ext cx="1199535" cy="276999"/>
          </a:xfrm>
          <a:prstGeom prst="rect">
            <a:avLst/>
          </a:prstGeom>
          <a:noFill/>
        </p:spPr>
        <p:txBody>
          <a:bodyPr wrap="square">
            <a:spAutoFit/>
          </a:bodyPr>
          <a:lstStyle/>
          <a:p>
            <a:r>
              <a:rPr lang="en-IN" sz="1200" dirty="0"/>
              <a:t>2 m 12 s</a:t>
            </a:r>
          </a:p>
        </p:txBody>
      </p:sp>
      <p:sp>
        <p:nvSpPr>
          <p:cNvPr id="45" name="Rectangle 44">
            <a:extLst>
              <a:ext uri="{FF2B5EF4-FFF2-40B4-BE49-F238E27FC236}">
                <a16:creationId xmlns:a16="http://schemas.microsoft.com/office/drawing/2014/main" id="{7EA2DEC0-F86C-9A2E-C3E9-CC08B9EA33B8}"/>
              </a:ext>
            </a:extLst>
          </p:cNvPr>
          <p:cNvSpPr/>
          <p:nvPr/>
        </p:nvSpPr>
        <p:spPr>
          <a:xfrm>
            <a:off x="4911683" y="4773721"/>
            <a:ext cx="953494"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Integration tests</a:t>
            </a:r>
          </a:p>
        </p:txBody>
      </p:sp>
      <p:sp>
        <p:nvSpPr>
          <p:cNvPr id="46" name="TextBox 45">
            <a:extLst>
              <a:ext uri="{FF2B5EF4-FFF2-40B4-BE49-F238E27FC236}">
                <a16:creationId xmlns:a16="http://schemas.microsoft.com/office/drawing/2014/main" id="{60C3C6E1-1669-BB40-D502-1D3BE37C8A43}"/>
              </a:ext>
            </a:extLst>
          </p:cNvPr>
          <p:cNvSpPr txBox="1"/>
          <p:nvPr/>
        </p:nvSpPr>
        <p:spPr>
          <a:xfrm>
            <a:off x="5027093" y="5747023"/>
            <a:ext cx="1199535" cy="276999"/>
          </a:xfrm>
          <a:prstGeom prst="rect">
            <a:avLst/>
          </a:prstGeom>
          <a:noFill/>
        </p:spPr>
        <p:txBody>
          <a:bodyPr wrap="square">
            <a:spAutoFit/>
          </a:bodyPr>
          <a:lstStyle/>
          <a:p>
            <a:r>
              <a:rPr lang="en-IN" sz="1200" dirty="0"/>
              <a:t>6 m 41 s</a:t>
            </a:r>
          </a:p>
        </p:txBody>
      </p:sp>
      <p:sp>
        <p:nvSpPr>
          <p:cNvPr id="47" name="TextBox 46">
            <a:extLst>
              <a:ext uri="{FF2B5EF4-FFF2-40B4-BE49-F238E27FC236}">
                <a16:creationId xmlns:a16="http://schemas.microsoft.com/office/drawing/2014/main" id="{F4D02B54-88BD-DD2A-B0EC-798E0C161F3E}"/>
              </a:ext>
            </a:extLst>
          </p:cNvPr>
          <p:cNvSpPr txBox="1"/>
          <p:nvPr/>
        </p:nvSpPr>
        <p:spPr>
          <a:xfrm>
            <a:off x="6231792" y="4994745"/>
            <a:ext cx="1199535" cy="276999"/>
          </a:xfrm>
          <a:prstGeom prst="rect">
            <a:avLst/>
          </a:prstGeom>
          <a:noFill/>
        </p:spPr>
        <p:txBody>
          <a:bodyPr wrap="square">
            <a:spAutoFit/>
          </a:bodyPr>
          <a:lstStyle/>
          <a:p>
            <a:r>
              <a:rPr lang="en-IN" sz="1200" dirty="0"/>
              <a:t>14 m 48 s</a:t>
            </a:r>
          </a:p>
        </p:txBody>
      </p:sp>
      <p:cxnSp>
        <p:nvCxnSpPr>
          <p:cNvPr id="49" name="Straight Connector 48">
            <a:extLst>
              <a:ext uri="{FF2B5EF4-FFF2-40B4-BE49-F238E27FC236}">
                <a16:creationId xmlns:a16="http://schemas.microsoft.com/office/drawing/2014/main" id="{EF17D566-6217-972E-83E0-43F4546B4685}"/>
              </a:ext>
            </a:extLst>
          </p:cNvPr>
          <p:cNvCxnSpPr/>
          <p:nvPr/>
        </p:nvCxnSpPr>
        <p:spPr>
          <a:xfrm flipV="1">
            <a:off x="7343775" y="1200150"/>
            <a:ext cx="0" cy="4823872"/>
          </a:xfrm>
          <a:prstGeom prst="line">
            <a:avLst/>
          </a:prstGeom>
        </p:spPr>
        <p:style>
          <a:lnRef idx="1">
            <a:schemeClr val="accent1"/>
          </a:lnRef>
          <a:fillRef idx="0">
            <a:schemeClr val="accent1"/>
          </a:fillRef>
          <a:effectRef idx="0">
            <a:schemeClr val="accent1"/>
          </a:effectRef>
          <a:fontRef idx="minor">
            <a:schemeClr val="tx1"/>
          </a:fontRef>
        </p:style>
      </p:cxnSp>
      <p:sp>
        <p:nvSpPr>
          <p:cNvPr id="51" name="TextBox 50">
            <a:extLst>
              <a:ext uri="{FF2B5EF4-FFF2-40B4-BE49-F238E27FC236}">
                <a16:creationId xmlns:a16="http://schemas.microsoft.com/office/drawing/2014/main" id="{77B24C92-E212-A660-8019-1D83282EC00B}"/>
              </a:ext>
            </a:extLst>
          </p:cNvPr>
          <p:cNvSpPr txBox="1"/>
          <p:nvPr/>
        </p:nvSpPr>
        <p:spPr>
          <a:xfrm>
            <a:off x="7752479" y="2301902"/>
            <a:ext cx="4170365" cy="2585323"/>
          </a:xfrm>
          <a:prstGeom prst="rect">
            <a:avLst/>
          </a:prstGeom>
          <a:noFill/>
        </p:spPr>
        <p:txBody>
          <a:bodyPr wrap="square">
            <a:spAutoFit/>
          </a:bodyPr>
          <a:lstStyle/>
          <a:p>
            <a:pPr marL="285750" indent="-285750">
              <a:buFont typeface="Arial" panose="020B0604020202020204" pitchFamily="34" charset="0"/>
              <a:buChar char="•"/>
            </a:pPr>
            <a:r>
              <a:rPr lang="en-IN" dirty="0"/>
              <a:t>We can now run the pipeline in parallel.</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We have saved 10 minutes.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Running the compilation twice has added 8 minutes to the total runtime, making it worse for the environment.</a:t>
            </a:r>
          </a:p>
        </p:txBody>
      </p:sp>
    </p:spTree>
    <p:extLst>
      <p:ext uri="{BB962C8B-B14F-4D97-AF65-F5344CB8AC3E}">
        <p14:creationId xmlns:p14="http://schemas.microsoft.com/office/powerpoint/2010/main" val="4199234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4A9C58-379B-7971-9A05-4F59CA94484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669A4F6-3A1F-9689-46B7-C36A45B00DF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0CD38E-35A1-2247-B55D-C6626AF9BA09}" type="slidenum">
              <a:rPr kumimoji="0" lang="en-US" sz="1200" b="0" i="0" u="none" strike="noStrike" kern="1200" cap="none" spc="0" normalizeH="0" baseline="0" noProof="0" smtClean="0">
                <a:ln>
                  <a:noFill/>
                </a:ln>
                <a:solidFill>
                  <a:srgbClr val="151D24"/>
                </a:solidFill>
                <a:effectLst/>
                <a:uLnTx/>
                <a:uFillTx/>
                <a:latin typeface="Outfi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srgbClr val="151D24"/>
              </a:solidFill>
              <a:effectLst/>
              <a:uLnTx/>
              <a:uFillTx/>
              <a:latin typeface="Outfit Light" pitchFamily="2" charset="0"/>
              <a:ea typeface="+mn-ea"/>
              <a:cs typeface="+mn-cs"/>
            </a:endParaRPr>
          </a:p>
        </p:txBody>
      </p:sp>
      <p:sp>
        <p:nvSpPr>
          <p:cNvPr id="2" name="Title 1">
            <a:extLst>
              <a:ext uri="{FF2B5EF4-FFF2-40B4-BE49-F238E27FC236}">
                <a16:creationId xmlns:a16="http://schemas.microsoft.com/office/drawing/2014/main" id="{385B4353-7992-4732-822E-A67405FFC05D}"/>
              </a:ext>
            </a:extLst>
          </p:cNvPr>
          <p:cNvSpPr>
            <a:spLocks noGrp="1"/>
          </p:cNvSpPr>
          <p:nvPr>
            <p:ph type="title" idx="4294967295"/>
          </p:nvPr>
        </p:nvSpPr>
        <p:spPr>
          <a:xfrm>
            <a:off x="9525" y="287338"/>
            <a:ext cx="12182475" cy="1325562"/>
          </a:xfrm>
        </p:spPr>
        <p:txBody>
          <a:bodyPr/>
          <a:lstStyle/>
          <a:p>
            <a:r>
              <a:rPr lang="en-IN" dirty="0"/>
              <a:t>Parallel pipelines</a:t>
            </a:r>
          </a:p>
        </p:txBody>
      </p:sp>
      <p:sp>
        <p:nvSpPr>
          <p:cNvPr id="5" name="Rectangle 4">
            <a:extLst>
              <a:ext uri="{FF2B5EF4-FFF2-40B4-BE49-F238E27FC236}">
                <a16:creationId xmlns:a16="http://schemas.microsoft.com/office/drawing/2014/main" id="{79CEDB74-FE85-A38C-3F8C-67A2EB2EBA50}"/>
              </a:ext>
            </a:extLst>
          </p:cNvPr>
          <p:cNvSpPr/>
          <p:nvPr/>
        </p:nvSpPr>
        <p:spPr>
          <a:xfrm>
            <a:off x="4706659" y="2331568"/>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Publish artifact</a:t>
            </a:r>
          </a:p>
        </p:txBody>
      </p:sp>
      <p:sp>
        <p:nvSpPr>
          <p:cNvPr id="8" name="Rectangle 7">
            <a:extLst>
              <a:ext uri="{FF2B5EF4-FFF2-40B4-BE49-F238E27FC236}">
                <a16:creationId xmlns:a16="http://schemas.microsoft.com/office/drawing/2014/main" id="{FB354672-A3A8-85CA-1080-E4AACD54EB92}"/>
              </a:ext>
            </a:extLst>
          </p:cNvPr>
          <p:cNvSpPr/>
          <p:nvPr/>
        </p:nvSpPr>
        <p:spPr>
          <a:xfrm>
            <a:off x="246310" y="2318329"/>
            <a:ext cx="1071257"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setup</a:t>
            </a:r>
          </a:p>
        </p:txBody>
      </p:sp>
      <p:sp>
        <p:nvSpPr>
          <p:cNvPr id="9" name="Rectangle 8">
            <a:extLst>
              <a:ext uri="{FF2B5EF4-FFF2-40B4-BE49-F238E27FC236}">
                <a16:creationId xmlns:a16="http://schemas.microsoft.com/office/drawing/2014/main" id="{032282DF-F6DE-E95B-9B64-7F6E86BEF731}"/>
              </a:ext>
            </a:extLst>
          </p:cNvPr>
          <p:cNvSpPr/>
          <p:nvPr/>
        </p:nvSpPr>
        <p:spPr>
          <a:xfrm>
            <a:off x="1457253" y="2318329"/>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lint</a:t>
            </a:r>
          </a:p>
        </p:txBody>
      </p:sp>
      <p:sp>
        <p:nvSpPr>
          <p:cNvPr id="10" name="Rectangle 9">
            <a:extLst>
              <a:ext uri="{FF2B5EF4-FFF2-40B4-BE49-F238E27FC236}">
                <a16:creationId xmlns:a16="http://schemas.microsoft.com/office/drawing/2014/main" id="{8848DE28-07ED-50B7-D76D-30A6954FDAF1}"/>
              </a:ext>
            </a:extLst>
          </p:cNvPr>
          <p:cNvSpPr/>
          <p:nvPr/>
        </p:nvSpPr>
        <p:spPr>
          <a:xfrm>
            <a:off x="3643159" y="2318330"/>
            <a:ext cx="935143" cy="7300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tests</a:t>
            </a:r>
          </a:p>
        </p:txBody>
      </p:sp>
      <p:sp>
        <p:nvSpPr>
          <p:cNvPr id="3" name="TextBox 2">
            <a:extLst>
              <a:ext uri="{FF2B5EF4-FFF2-40B4-BE49-F238E27FC236}">
                <a16:creationId xmlns:a16="http://schemas.microsoft.com/office/drawing/2014/main" id="{F46F7186-8586-BEB3-7AE1-E806A1C81061}"/>
              </a:ext>
            </a:extLst>
          </p:cNvPr>
          <p:cNvSpPr txBox="1"/>
          <p:nvPr/>
        </p:nvSpPr>
        <p:spPr>
          <a:xfrm>
            <a:off x="542616" y="3304838"/>
            <a:ext cx="86927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33 s</a:t>
            </a:r>
          </a:p>
        </p:txBody>
      </p:sp>
      <p:sp>
        <p:nvSpPr>
          <p:cNvPr id="12" name="TextBox 11">
            <a:extLst>
              <a:ext uri="{FF2B5EF4-FFF2-40B4-BE49-F238E27FC236}">
                <a16:creationId xmlns:a16="http://schemas.microsoft.com/office/drawing/2014/main" id="{2E0925D7-6938-BFBB-DBEB-E9836F395939}"/>
              </a:ext>
            </a:extLst>
          </p:cNvPr>
          <p:cNvSpPr txBox="1"/>
          <p:nvPr/>
        </p:nvSpPr>
        <p:spPr>
          <a:xfrm>
            <a:off x="1447422" y="3312930"/>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2 m 42 s</a:t>
            </a:r>
          </a:p>
        </p:txBody>
      </p:sp>
      <p:sp>
        <p:nvSpPr>
          <p:cNvPr id="30" name="TextBox 29">
            <a:extLst>
              <a:ext uri="{FF2B5EF4-FFF2-40B4-BE49-F238E27FC236}">
                <a16:creationId xmlns:a16="http://schemas.microsoft.com/office/drawing/2014/main" id="{F0EE58BB-020E-1E3A-B87C-67269666B850}"/>
              </a:ext>
            </a:extLst>
          </p:cNvPr>
          <p:cNvSpPr txBox="1"/>
          <p:nvPr/>
        </p:nvSpPr>
        <p:spPr>
          <a:xfrm>
            <a:off x="2646957" y="3304837"/>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5 m 14 s</a:t>
            </a:r>
          </a:p>
        </p:txBody>
      </p:sp>
      <p:sp>
        <p:nvSpPr>
          <p:cNvPr id="31" name="TextBox 30">
            <a:extLst>
              <a:ext uri="{FF2B5EF4-FFF2-40B4-BE49-F238E27FC236}">
                <a16:creationId xmlns:a16="http://schemas.microsoft.com/office/drawing/2014/main" id="{F5838A50-3E82-3288-8EE8-C240BDC23B82}"/>
              </a:ext>
            </a:extLst>
          </p:cNvPr>
          <p:cNvSpPr txBox="1"/>
          <p:nvPr/>
        </p:nvSpPr>
        <p:spPr>
          <a:xfrm>
            <a:off x="4808699" y="3304116"/>
            <a:ext cx="10739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      7</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s</a:t>
            </a:r>
          </a:p>
        </p:txBody>
      </p:sp>
      <p:sp>
        <p:nvSpPr>
          <p:cNvPr id="33" name="Rectangle 32">
            <a:extLst>
              <a:ext uri="{FF2B5EF4-FFF2-40B4-BE49-F238E27FC236}">
                <a16:creationId xmlns:a16="http://schemas.microsoft.com/office/drawing/2014/main" id="{1960D20D-D613-1029-9A0B-5AF2289C4D76}"/>
              </a:ext>
            </a:extLst>
          </p:cNvPr>
          <p:cNvSpPr/>
          <p:nvPr/>
        </p:nvSpPr>
        <p:spPr>
          <a:xfrm>
            <a:off x="2550206" y="2319277"/>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Compile</a:t>
            </a:r>
          </a:p>
        </p:txBody>
      </p:sp>
      <p:sp>
        <p:nvSpPr>
          <p:cNvPr id="35" name="TextBox 34">
            <a:extLst>
              <a:ext uri="{FF2B5EF4-FFF2-40B4-BE49-F238E27FC236}">
                <a16:creationId xmlns:a16="http://schemas.microsoft.com/office/drawing/2014/main" id="{E4EBA0B9-AF6D-04A3-B21C-7C2194AD3484}"/>
              </a:ext>
            </a:extLst>
          </p:cNvPr>
          <p:cNvSpPr txBox="1"/>
          <p:nvPr/>
        </p:nvSpPr>
        <p:spPr>
          <a:xfrm>
            <a:off x="3882023" y="3304117"/>
            <a:ext cx="86927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52 s</a:t>
            </a:r>
          </a:p>
        </p:txBody>
      </p:sp>
      <p:sp>
        <p:nvSpPr>
          <p:cNvPr id="39" name="TextBox 38">
            <a:extLst>
              <a:ext uri="{FF2B5EF4-FFF2-40B4-BE49-F238E27FC236}">
                <a16:creationId xmlns:a16="http://schemas.microsoft.com/office/drawing/2014/main" id="{91DB39ED-2B3D-F590-923A-BBA93A4AA710}"/>
              </a:ext>
            </a:extLst>
          </p:cNvPr>
          <p:cNvSpPr txBox="1"/>
          <p:nvPr/>
        </p:nvSpPr>
        <p:spPr>
          <a:xfrm>
            <a:off x="6265821" y="4231209"/>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6</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m 41 s</a:t>
            </a:r>
          </a:p>
        </p:txBody>
      </p:sp>
      <p:sp>
        <p:nvSpPr>
          <p:cNvPr id="13" name="Rectangle 12">
            <a:extLst>
              <a:ext uri="{FF2B5EF4-FFF2-40B4-BE49-F238E27FC236}">
                <a16:creationId xmlns:a16="http://schemas.microsoft.com/office/drawing/2014/main" id="{C014A52C-D935-B028-D89B-9F9428393377}"/>
              </a:ext>
            </a:extLst>
          </p:cNvPr>
          <p:cNvSpPr/>
          <p:nvPr/>
        </p:nvSpPr>
        <p:spPr>
          <a:xfrm>
            <a:off x="246310" y="4375382"/>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setup</a:t>
            </a:r>
          </a:p>
        </p:txBody>
      </p:sp>
      <p:sp>
        <p:nvSpPr>
          <p:cNvPr id="14" name="Rectangle 13">
            <a:extLst>
              <a:ext uri="{FF2B5EF4-FFF2-40B4-BE49-F238E27FC236}">
                <a16:creationId xmlns:a16="http://schemas.microsoft.com/office/drawing/2014/main" id="{4783DF7D-FEFB-652F-A2C3-083BD000BC32}"/>
              </a:ext>
            </a:extLst>
          </p:cNvPr>
          <p:cNvSpPr/>
          <p:nvPr/>
        </p:nvSpPr>
        <p:spPr>
          <a:xfrm>
            <a:off x="3374926" y="4352498"/>
            <a:ext cx="953494" cy="759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tests</a:t>
            </a:r>
          </a:p>
        </p:txBody>
      </p:sp>
      <p:sp>
        <p:nvSpPr>
          <p:cNvPr id="15" name="Rectangle 14">
            <a:extLst>
              <a:ext uri="{FF2B5EF4-FFF2-40B4-BE49-F238E27FC236}">
                <a16:creationId xmlns:a16="http://schemas.microsoft.com/office/drawing/2014/main" id="{D6B58572-914D-69AB-0103-487FFBD767E3}"/>
              </a:ext>
            </a:extLst>
          </p:cNvPr>
          <p:cNvSpPr/>
          <p:nvPr/>
        </p:nvSpPr>
        <p:spPr>
          <a:xfrm>
            <a:off x="1339338" y="4363089"/>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lint</a:t>
            </a:r>
          </a:p>
        </p:txBody>
      </p:sp>
      <p:sp>
        <p:nvSpPr>
          <p:cNvPr id="19" name="Rectangle 18">
            <a:extLst>
              <a:ext uri="{FF2B5EF4-FFF2-40B4-BE49-F238E27FC236}">
                <a16:creationId xmlns:a16="http://schemas.microsoft.com/office/drawing/2014/main" id="{89A30382-43C2-5413-3D64-AE090F111ACA}"/>
              </a:ext>
            </a:extLst>
          </p:cNvPr>
          <p:cNvSpPr/>
          <p:nvPr/>
        </p:nvSpPr>
        <p:spPr>
          <a:xfrm>
            <a:off x="4471225" y="4349851"/>
            <a:ext cx="101452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Publish artifact</a:t>
            </a:r>
          </a:p>
        </p:txBody>
      </p:sp>
      <p:sp>
        <p:nvSpPr>
          <p:cNvPr id="23" name="TextBox 22">
            <a:extLst>
              <a:ext uri="{FF2B5EF4-FFF2-40B4-BE49-F238E27FC236}">
                <a16:creationId xmlns:a16="http://schemas.microsoft.com/office/drawing/2014/main" id="{0B12AE37-9CCC-6620-F073-F81F5962F781}"/>
              </a:ext>
            </a:extLst>
          </p:cNvPr>
          <p:cNvSpPr txBox="1"/>
          <p:nvPr/>
        </p:nvSpPr>
        <p:spPr>
          <a:xfrm>
            <a:off x="348350" y="5347930"/>
            <a:ext cx="1073937"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1 m 8 s</a:t>
            </a:r>
          </a:p>
        </p:txBody>
      </p:sp>
      <p:sp>
        <p:nvSpPr>
          <p:cNvPr id="24" name="TextBox 23">
            <a:extLst>
              <a:ext uri="{FF2B5EF4-FFF2-40B4-BE49-F238E27FC236}">
                <a16:creationId xmlns:a16="http://schemas.microsoft.com/office/drawing/2014/main" id="{D2A21D55-EAB3-3FCC-3824-6FE31DFB37DC}"/>
              </a:ext>
            </a:extLst>
          </p:cNvPr>
          <p:cNvSpPr txBox="1"/>
          <p:nvPr/>
        </p:nvSpPr>
        <p:spPr>
          <a:xfrm>
            <a:off x="1424997" y="5348651"/>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1 m 53 s</a:t>
            </a:r>
          </a:p>
        </p:txBody>
      </p:sp>
      <p:sp>
        <p:nvSpPr>
          <p:cNvPr id="26" name="Rectangle 25">
            <a:extLst>
              <a:ext uri="{FF2B5EF4-FFF2-40B4-BE49-F238E27FC236}">
                <a16:creationId xmlns:a16="http://schemas.microsoft.com/office/drawing/2014/main" id="{8EA4987A-C293-00E6-34BF-2D8766B153D3}"/>
              </a:ext>
            </a:extLst>
          </p:cNvPr>
          <p:cNvSpPr/>
          <p:nvPr/>
        </p:nvSpPr>
        <p:spPr>
          <a:xfrm>
            <a:off x="2357132" y="4369709"/>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Compile</a:t>
            </a:r>
          </a:p>
        </p:txBody>
      </p:sp>
      <p:sp>
        <p:nvSpPr>
          <p:cNvPr id="28" name="TextBox 27">
            <a:extLst>
              <a:ext uri="{FF2B5EF4-FFF2-40B4-BE49-F238E27FC236}">
                <a16:creationId xmlns:a16="http://schemas.microsoft.com/office/drawing/2014/main" id="{C9AE515C-A5CE-8BC8-7089-02F1FBB751DE}"/>
              </a:ext>
            </a:extLst>
          </p:cNvPr>
          <p:cNvSpPr txBox="1"/>
          <p:nvPr/>
        </p:nvSpPr>
        <p:spPr>
          <a:xfrm>
            <a:off x="2423822" y="5347929"/>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2 m 12 s</a:t>
            </a:r>
          </a:p>
        </p:txBody>
      </p:sp>
      <p:sp>
        <p:nvSpPr>
          <p:cNvPr id="29" name="TextBox 28">
            <a:extLst>
              <a:ext uri="{FF2B5EF4-FFF2-40B4-BE49-F238E27FC236}">
                <a16:creationId xmlns:a16="http://schemas.microsoft.com/office/drawing/2014/main" id="{ABF59B3B-C93B-A306-AB48-56F4E2FB1178}"/>
              </a:ext>
            </a:extLst>
          </p:cNvPr>
          <p:cNvSpPr txBox="1"/>
          <p:nvPr/>
        </p:nvSpPr>
        <p:spPr>
          <a:xfrm>
            <a:off x="3520511" y="5351141"/>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3 m 26 s</a:t>
            </a:r>
          </a:p>
        </p:txBody>
      </p:sp>
      <p:sp>
        <p:nvSpPr>
          <p:cNvPr id="40" name="TextBox 39">
            <a:extLst>
              <a:ext uri="{FF2B5EF4-FFF2-40B4-BE49-F238E27FC236}">
                <a16:creationId xmlns:a16="http://schemas.microsoft.com/office/drawing/2014/main" id="{021A4658-3B87-CB64-781E-3820A26BF499}"/>
              </a:ext>
            </a:extLst>
          </p:cNvPr>
          <p:cNvSpPr txBox="1"/>
          <p:nvPr/>
        </p:nvSpPr>
        <p:spPr>
          <a:xfrm>
            <a:off x="4751298" y="5345147"/>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8 </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s</a:t>
            </a:r>
          </a:p>
        </p:txBody>
      </p:sp>
      <p:sp>
        <p:nvSpPr>
          <p:cNvPr id="42" name="TextBox 41">
            <a:extLst>
              <a:ext uri="{FF2B5EF4-FFF2-40B4-BE49-F238E27FC236}">
                <a16:creationId xmlns:a16="http://schemas.microsoft.com/office/drawing/2014/main" id="{4650A7CD-D991-1660-C8A9-16F8F03FC213}"/>
              </a:ext>
            </a:extLst>
          </p:cNvPr>
          <p:cNvSpPr txBox="1"/>
          <p:nvPr/>
        </p:nvSpPr>
        <p:spPr>
          <a:xfrm>
            <a:off x="5840589" y="2559139"/>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9</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m </a:t>
            </a:r>
            <a:r>
              <a:rPr lang="en-IN" sz="1200" dirty="0">
                <a:solidFill>
                  <a:srgbClr val="151D24"/>
                </a:solidFill>
                <a:latin typeface="Arial" panose="020B0604020202020204"/>
              </a:rPr>
              <a:t>28</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s</a:t>
            </a:r>
          </a:p>
        </p:txBody>
      </p:sp>
      <p:sp>
        <p:nvSpPr>
          <p:cNvPr id="43" name="Rectangle 42">
            <a:extLst>
              <a:ext uri="{FF2B5EF4-FFF2-40B4-BE49-F238E27FC236}">
                <a16:creationId xmlns:a16="http://schemas.microsoft.com/office/drawing/2014/main" id="{6A399FF6-FA8B-E3AC-C545-77F61BCE9C64}"/>
              </a:ext>
            </a:extLst>
          </p:cNvPr>
          <p:cNvSpPr/>
          <p:nvPr/>
        </p:nvSpPr>
        <p:spPr>
          <a:xfrm>
            <a:off x="6209343" y="3427230"/>
            <a:ext cx="101452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Integration test</a:t>
            </a:r>
          </a:p>
        </p:txBody>
      </p:sp>
      <p:sp>
        <p:nvSpPr>
          <p:cNvPr id="44" name="TextBox 43">
            <a:extLst>
              <a:ext uri="{FF2B5EF4-FFF2-40B4-BE49-F238E27FC236}">
                <a16:creationId xmlns:a16="http://schemas.microsoft.com/office/drawing/2014/main" id="{94DB5CBC-EB47-357D-E7DE-1C6EBBAC4EAC}"/>
              </a:ext>
            </a:extLst>
          </p:cNvPr>
          <p:cNvSpPr txBox="1"/>
          <p:nvPr/>
        </p:nvSpPr>
        <p:spPr>
          <a:xfrm>
            <a:off x="7223867" y="3659899"/>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16</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m </a:t>
            </a:r>
            <a:r>
              <a:rPr lang="en-IN" sz="1200" dirty="0">
                <a:solidFill>
                  <a:srgbClr val="151D24"/>
                </a:solidFill>
                <a:latin typeface="Arial" panose="020B0604020202020204"/>
              </a:rPr>
              <a:t>9</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s</a:t>
            </a:r>
          </a:p>
        </p:txBody>
      </p:sp>
      <p:sp>
        <p:nvSpPr>
          <p:cNvPr id="45" name="TextBox 44">
            <a:extLst>
              <a:ext uri="{FF2B5EF4-FFF2-40B4-BE49-F238E27FC236}">
                <a16:creationId xmlns:a16="http://schemas.microsoft.com/office/drawing/2014/main" id="{186D89C5-DB75-37FA-B550-E56CB25A1B42}"/>
              </a:ext>
            </a:extLst>
          </p:cNvPr>
          <p:cNvSpPr txBox="1"/>
          <p:nvPr/>
        </p:nvSpPr>
        <p:spPr>
          <a:xfrm>
            <a:off x="5835287" y="4582520"/>
            <a:ext cx="1199535"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200" dirty="0">
                <a:solidFill>
                  <a:srgbClr val="151D24"/>
                </a:solidFill>
                <a:latin typeface="Arial" panose="020B0604020202020204"/>
              </a:rPr>
              <a:t>8</a:t>
            </a:r>
            <a:r>
              <a:rPr kumimoji="0" lang="en-IN" sz="1200" b="0" i="0" u="none" strike="noStrike" kern="1200" cap="none" spc="0" normalizeH="0" baseline="0" noProof="0" dirty="0">
                <a:ln>
                  <a:noFill/>
                </a:ln>
                <a:solidFill>
                  <a:srgbClr val="151D24"/>
                </a:solidFill>
                <a:effectLst/>
                <a:uLnTx/>
                <a:uFillTx/>
                <a:latin typeface="Arial" panose="020B0604020202020204"/>
                <a:ea typeface="+mn-ea"/>
                <a:cs typeface="+mn-cs"/>
              </a:rPr>
              <a:t> m 47 s</a:t>
            </a:r>
          </a:p>
        </p:txBody>
      </p:sp>
      <p:cxnSp>
        <p:nvCxnSpPr>
          <p:cNvPr id="47" name="Straight Arrow Connector 46">
            <a:extLst>
              <a:ext uri="{FF2B5EF4-FFF2-40B4-BE49-F238E27FC236}">
                <a16:creationId xmlns:a16="http://schemas.microsoft.com/office/drawing/2014/main" id="{4D98B467-1851-7101-BD33-D6E02CB0F43F}"/>
              </a:ext>
            </a:extLst>
          </p:cNvPr>
          <p:cNvCxnSpPr>
            <a:stCxn id="5" idx="3"/>
            <a:endCxn id="43" idx="1"/>
          </p:cNvCxnSpPr>
          <p:nvPr/>
        </p:nvCxnSpPr>
        <p:spPr>
          <a:xfrm>
            <a:off x="5660153" y="2696118"/>
            <a:ext cx="549190" cy="11022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EE55496F-9ACA-1FBF-9039-99D52064CB46}"/>
              </a:ext>
            </a:extLst>
          </p:cNvPr>
          <p:cNvCxnSpPr>
            <a:stCxn id="19" idx="3"/>
            <a:endCxn id="43" idx="1"/>
          </p:cNvCxnSpPr>
          <p:nvPr/>
        </p:nvCxnSpPr>
        <p:spPr>
          <a:xfrm flipV="1">
            <a:off x="5485749" y="3798400"/>
            <a:ext cx="723594" cy="92262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8FC10D4-3312-E7FE-5BDB-338615BDF49E}"/>
              </a:ext>
            </a:extLst>
          </p:cNvPr>
          <p:cNvCxnSpPr/>
          <p:nvPr/>
        </p:nvCxnSpPr>
        <p:spPr>
          <a:xfrm flipH="1">
            <a:off x="8096250" y="1200150"/>
            <a:ext cx="66675" cy="4976284"/>
          </a:xfrm>
          <a:prstGeom prst="line">
            <a:avLst/>
          </a:prstGeom>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3F90B002-C5AB-DEF7-9D0B-AD24ED5BC5E1}"/>
              </a:ext>
            </a:extLst>
          </p:cNvPr>
          <p:cNvSpPr txBox="1"/>
          <p:nvPr/>
        </p:nvSpPr>
        <p:spPr>
          <a:xfrm>
            <a:off x="8630133" y="3149522"/>
            <a:ext cx="2908996" cy="1200329"/>
          </a:xfrm>
          <a:prstGeom prst="rect">
            <a:avLst/>
          </a:prstGeom>
          <a:noFill/>
        </p:spPr>
        <p:txBody>
          <a:bodyPr wrap="square">
            <a:spAutoFit/>
          </a:bodyPr>
          <a:lstStyle/>
          <a:p>
            <a:r>
              <a:rPr lang="en-IN" dirty="0"/>
              <a:t>The integration test relies on the UI and backend pipeline, adding 1 minute to the runtime.</a:t>
            </a:r>
          </a:p>
        </p:txBody>
      </p:sp>
    </p:spTree>
    <p:extLst>
      <p:ext uri="{BB962C8B-B14F-4D97-AF65-F5344CB8AC3E}">
        <p14:creationId xmlns:p14="http://schemas.microsoft.com/office/powerpoint/2010/main" val="18938921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0D04-0BE0-B504-35F8-F65355BE7333}"/>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53AE24A-A38B-389F-4DE2-CEBCEBFA35B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0CD38E-35A1-2247-B55D-C6626AF9BA09}" type="slidenum">
              <a:rPr kumimoji="0" lang="en-US" sz="1200" b="0" i="0" u="none" strike="noStrike" kern="1200" cap="none" spc="0" normalizeH="0" baseline="0" noProof="0" smtClean="0">
                <a:ln>
                  <a:noFill/>
                </a:ln>
                <a:solidFill>
                  <a:srgbClr val="151D24"/>
                </a:solidFill>
                <a:effectLst/>
                <a:uLnTx/>
                <a:uFillTx/>
                <a:latin typeface="Outfit Light"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srgbClr val="151D24"/>
              </a:solidFill>
              <a:effectLst/>
              <a:uLnTx/>
              <a:uFillTx/>
              <a:latin typeface="Outfit Light" pitchFamily="2" charset="0"/>
              <a:ea typeface="+mn-ea"/>
              <a:cs typeface="+mn-cs"/>
            </a:endParaRPr>
          </a:p>
        </p:txBody>
      </p:sp>
      <p:sp>
        <p:nvSpPr>
          <p:cNvPr id="2" name="Title 1">
            <a:extLst>
              <a:ext uri="{FF2B5EF4-FFF2-40B4-BE49-F238E27FC236}">
                <a16:creationId xmlns:a16="http://schemas.microsoft.com/office/drawing/2014/main" id="{337D29E1-0277-0B52-E1DB-9EAE794CB72C}"/>
              </a:ext>
            </a:extLst>
          </p:cNvPr>
          <p:cNvSpPr>
            <a:spLocks noGrp="1"/>
          </p:cNvSpPr>
          <p:nvPr>
            <p:ph type="title" idx="4294967295"/>
          </p:nvPr>
        </p:nvSpPr>
        <p:spPr>
          <a:xfrm>
            <a:off x="9525" y="287338"/>
            <a:ext cx="12182475" cy="1325562"/>
          </a:xfrm>
        </p:spPr>
        <p:txBody>
          <a:bodyPr/>
          <a:lstStyle/>
          <a:p>
            <a:r>
              <a:rPr lang="en-IN" dirty="0"/>
              <a:t>Parallel pipelines</a:t>
            </a:r>
          </a:p>
        </p:txBody>
      </p:sp>
      <p:sp>
        <p:nvSpPr>
          <p:cNvPr id="13" name="Rectangle 12">
            <a:extLst>
              <a:ext uri="{FF2B5EF4-FFF2-40B4-BE49-F238E27FC236}">
                <a16:creationId xmlns:a16="http://schemas.microsoft.com/office/drawing/2014/main" id="{66B81B09-789B-C192-9F07-0E1633592F30}"/>
              </a:ext>
            </a:extLst>
          </p:cNvPr>
          <p:cNvSpPr/>
          <p:nvPr/>
        </p:nvSpPr>
        <p:spPr>
          <a:xfrm>
            <a:off x="93911" y="1965904"/>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setup</a:t>
            </a:r>
          </a:p>
        </p:txBody>
      </p:sp>
      <p:sp>
        <p:nvSpPr>
          <p:cNvPr id="14" name="TextBox 13">
            <a:extLst>
              <a:ext uri="{FF2B5EF4-FFF2-40B4-BE49-F238E27FC236}">
                <a16:creationId xmlns:a16="http://schemas.microsoft.com/office/drawing/2014/main" id="{44E7FE26-B649-942C-8A0A-323BBC3D27A4}"/>
              </a:ext>
            </a:extLst>
          </p:cNvPr>
          <p:cNvSpPr txBox="1"/>
          <p:nvPr/>
        </p:nvSpPr>
        <p:spPr>
          <a:xfrm>
            <a:off x="390216" y="2952413"/>
            <a:ext cx="869275" cy="276999"/>
          </a:xfrm>
          <a:prstGeom prst="rect">
            <a:avLst/>
          </a:prstGeom>
          <a:noFill/>
        </p:spPr>
        <p:txBody>
          <a:bodyPr wrap="square">
            <a:spAutoFit/>
          </a:bodyPr>
          <a:lstStyle/>
          <a:p>
            <a:r>
              <a:rPr lang="en-IN" sz="1200" dirty="0"/>
              <a:t>33 s</a:t>
            </a:r>
          </a:p>
        </p:txBody>
      </p:sp>
      <p:sp>
        <p:nvSpPr>
          <p:cNvPr id="15" name="TextBox 14">
            <a:extLst>
              <a:ext uri="{FF2B5EF4-FFF2-40B4-BE49-F238E27FC236}">
                <a16:creationId xmlns:a16="http://schemas.microsoft.com/office/drawing/2014/main" id="{51708DB4-C306-87AA-5BFC-9BC980A47B47}"/>
              </a:ext>
            </a:extLst>
          </p:cNvPr>
          <p:cNvSpPr txBox="1"/>
          <p:nvPr/>
        </p:nvSpPr>
        <p:spPr>
          <a:xfrm>
            <a:off x="1231389" y="2932886"/>
            <a:ext cx="1199535" cy="276999"/>
          </a:xfrm>
          <a:prstGeom prst="rect">
            <a:avLst/>
          </a:prstGeom>
          <a:noFill/>
        </p:spPr>
        <p:txBody>
          <a:bodyPr wrap="square">
            <a:spAutoFit/>
          </a:bodyPr>
          <a:lstStyle/>
          <a:p>
            <a:r>
              <a:rPr lang="en-IN" sz="1200" dirty="0"/>
              <a:t>5 m 14 s</a:t>
            </a:r>
          </a:p>
        </p:txBody>
      </p:sp>
      <p:sp>
        <p:nvSpPr>
          <p:cNvPr id="16" name="Rectangle 15">
            <a:extLst>
              <a:ext uri="{FF2B5EF4-FFF2-40B4-BE49-F238E27FC236}">
                <a16:creationId xmlns:a16="http://schemas.microsoft.com/office/drawing/2014/main" id="{4A309649-A28F-4B7A-D9FD-884F8A76CD95}"/>
              </a:ext>
            </a:extLst>
          </p:cNvPr>
          <p:cNvSpPr/>
          <p:nvPr/>
        </p:nvSpPr>
        <p:spPr>
          <a:xfrm>
            <a:off x="1186938" y="1977404"/>
            <a:ext cx="878260"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Compile</a:t>
            </a:r>
          </a:p>
        </p:txBody>
      </p:sp>
      <p:sp>
        <p:nvSpPr>
          <p:cNvPr id="17" name="TextBox 16">
            <a:extLst>
              <a:ext uri="{FF2B5EF4-FFF2-40B4-BE49-F238E27FC236}">
                <a16:creationId xmlns:a16="http://schemas.microsoft.com/office/drawing/2014/main" id="{5590D1BE-E6C7-61A4-50D4-BD8F1EA55DF7}"/>
              </a:ext>
            </a:extLst>
          </p:cNvPr>
          <p:cNvSpPr txBox="1"/>
          <p:nvPr/>
        </p:nvSpPr>
        <p:spPr>
          <a:xfrm>
            <a:off x="2290697" y="2952076"/>
            <a:ext cx="1199535" cy="276999"/>
          </a:xfrm>
          <a:prstGeom prst="rect">
            <a:avLst/>
          </a:prstGeom>
          <a:noFill/>
        </p:spPr>
        <p:txBody>
          <a:bodyPr wrap="square">
            <a:spAutoFit/>
          </a:bodyPr>
          <a:lstStyle/>
          <a:p>
            <a:r>
              <a:rPr lang="en-IN" sz="1200" dirty="0"/>
              <a:t>     7 s</a:t>
            </a:r>
          </a:p>
        </p:txBody>
      </p:sp>
      <p:sp>
        <p:nvSpPr>
          <p:cNvPr id="18" name="Rectangle 17">
            <a:extLst>
              <a:ext uri="{FF2B5EF4-FFF2-40B4-BE49-F238E27FC236}">
                <a16:creationId xmlns:a16="http://schemas.microsoft.com/office/drawing/2014/main" id="{82E5F6AD-1D44-A822-270D-C8FB2508E96C}"/>
              </a:ext>
            </a:extLst>
          </p:cNvPr>
          <p:cNvSpPr/>
          <p:nvPr/>
        </p:nvSpPr>
        <p:spPr>
          <a:xfrm>
            <a:off x="2204731" y="1977364"/>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Publish artifact</a:t>
            </a:r>
          </a:p>
        </p:txBody>
      </p:sp>
      <p:sp>
        <p:nvSpPr>
          <p:cNvPr id="19" name="Rectangle 18">
            <a:extLst>
              <a:ext uri="{FF2B5EF4-FFF2-40B4-BE49-F238E27FC236}">
                <a16:creationId xmlns:a16="http://schemas.microsoft.com/office/drawing/2014/main" id="{A489C841-C0F9-9EBA-99DB-497C0894E930}"/>
              </a:ext>
            </a:extLst>
          </p:cNvPr>
          <p:cNvSpPr/>
          <p:nvPr/>
        </p:nvSpPr>
        <p:spPr>
          <a:xfrm>
            <a:off x="93910" y="4464490"/>
            <a:ext cx="953494" cy="7291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setup</a:t>
            </a:r>
          </a:p>
        </p:txBody>
      </p:sp>
      <p:sp>
        <p:nvSpPr>
          <p:cNvPr id="20" name="Rectangle 19">
            <a:extLst>
              <a:ext uri="{FF2B5EF4-FFF2-40B4-BE49-F238E27FC236}">
                <a16:creationId xmlns:a16="http://schemas.microsoft.com/office/drawing/2014/main" id="{B710AD6E-220A-C2EA-58F8-B59B62A15A1E}"/>
              </a:ext>
            </a:extLst>
          </p:cNvPr>
          <p:cNvSpPr/>
          <p:nvPr/>
        </p:nvSpPr>
        <p:spPr>
          <a:xfrm>
            <a:off x="1186938" y="4452197"/>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Compile</a:t>
            </a:r>
          </a:p>
        </p:txBody>
      </p:sp>
      <p:sp>
        <p:nvSpPr>
          <p:cNvPr id="21" name="TextBox 20">
            <a:extLst>
              <a:ext uri="{FF2B5EF4-FFF2-40B4-BE49-F238E27FC236}">
                <a16:creationId xmlns:a16="http://schemas.microsoft.com/office/drawing/2014/main" id="{786BF6F9-F47F-2EAC-8E9C-6ADFBCDBF55F}"/>
              </a:ext>
            </a:extLst>
          </p:cNvPr>
          <p:cNvSpPr txBox="1"/>
          <p:nvPr/>
        </p:nvSpPr>
        <p:spPr>
          <a:xfrm>
            <a:off x="195950" y="5437038"/>
            <a:ext cx="1073937" cy="276999"/>
          </a:xfrm>
          <a:prstGeom prst="rect">
            <a:avLst/>
          </a:prstGeom>
          <a:noFill/>
        </p:spPr>
        <p:txBody>
          <a:bodyPr wrap="square">
            <a:spAutoFit/>
          </a:bodyPr>
          <a:lstStyle/>
          <a:p>
            <a:r>
              <a:rPr lang="en-IN" sz="1200" dirty="0"/>
              <a:t>1 m 8 s</a:t>
            </a:r>
          </a:p>
        </p:txBody>
      </p:sp>
      <p:sp>
        <p:nvSpPr>
          <p:cNvPr id="22" name="TextBox 21">
            <a:extLst>
              <a:ext uri="{FF2B5EF4-FFF2-40B4-BE49-F238E27FC236}">
                <a16:creationId xmlns:a16="http://schemas.microsoft.com/office/drawing/2014/main" id="{F21ECBFD-CF1E-3648-FD43-AC7BF60CA800}"/>
              </a:ext>
            </a:extLst>
          </p:cNvPr>
          <p:cNvSpPr txBox="1"/>
          <p:nvPr/>
        </p:nvSpPr>
        <p:spPr>
          <a:xfrm>
            <a:off x="1272597" y="5437759"/>
            <a:ext cx="1199535" cy="276999"/>
          </a:xfrm>
          <a:prstGeom prst="rect">
            <a:avLst/>
          </a:prstGeom>
          <a:noFill/>
        </p:spPr>
        <p:txBody>
          <a:bodyPr wrap="square">
            <a:spAutoFit/>
          </a:bodyPr>
          <a:lstStyle/>
          <a:p>
            <a:r>
              <a:rPr lang="en-IN" sz="1200" dirty="0"/>
              <a:t>1 m 53 s</a:t>
            </a:r>
          </a:p>
        </p:txBody>
      </p:sp>
      <p:sp>
        <p:nvSpPr>
          <p:cNvPr id="23" name="Rectangle 22">
            <a:extLst>
              <a:ext uri="{FF2B5EF4-FFF2-40B4-BE49-F238E27FC236}">
                <a16:creationId xmlns:a16="http://schemas.microsoft.com/office/drawing/2014/main" id="{CD4E01D9-480A-E730-E9DD-42E3A00706CE}"/>
              </a:ext>
            </a:extLst>
          </p:cNvPr>
          <p:cNvSpPr/>
          <p:nvPr/>
        </p:nvSpPr>
        <p:spPr>
          <a:xfrm>
            <a:off x="2204732" y="4458817"/>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Publish artifact</a:t>
            </a:r>
          </a:p>
        </p:txBody>
      </p:sp>
      <p:sp>
        <p:nvSpPr>
          <p:cNvPr id="24" name="TextBox 23">
            <a:extLst>
              <a:ext uri="{FF2B5EF4-FFF2-40B4-BE49-F238E27FC236}">
                <a16:creationId xmlns:a16="http://schemas.microsoft.com/office/drawing/2014/main" id="{15AA5A8F-DF27-0EC7-7BB2-C6AD51B24A4B}"/>
              </a:ext>
            </a:extLst>
          </p:cNvPr>
          <p:cNvSpPr txBox="1"/>
          <p:nvPr/>
        </p:nvSpPr>
        <p:spPr>
          <a:xfrm>
            <a:off x="2290698" y="5437037"/>
            <a:ext cx="1199535" cy="276999"/>
          </a:xfrm>
          <a:prstGeom prst="rect">
            <a:avLst/>
          </a:prstGeom>
          <a:noFill/>
        </p:spPr>
        <p:txBody>
          <a:bodyPr wrap="square">
            <a:spAutoFit/>
          </a:bodyPr>
          <a:lstStyle/>
          <a:p>
            <a:r>
              <a:rPr lang="en-IN" sz="1200" dirty="0"/>
              <a:t>     8 s</a:t>
            </a:r>
          </a:p>
        </p:txBody>
      </p:sp>
      <p:sp>
        <p:nvSpPr>
          <p:cNvPr id="25" name="Rectangle 24">
            <a:extLst>
              <a:ext uri="{FF2B5EF4-FFF2-40B4-BE49-F238E27FC236}">
                <a16:creationId xmlns:a16="http://schemas.microsoft.com/office/drawing/2014/main" id="{61924A6E-4192-9834-3145-088643C4288D}"/>
              </a:ext>
            </a:extLst>
          </p:cNvPr>
          <p:cNvSpPr/>
          <p:nvPr/>
        </p:nvSpPr>
        <p:spPr>
          <a:xfrm>
            <a:off x="3909706" y="3270170"/>
            <a:ext cx="967093"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Integration tests</a:t>
            </a:r>
          </a:p>
        </p:txBody>
      </p:sp>
      <p:sp>
        <p:nvSpPr>
          <p:cNvPr id="26" name="Rectangle 25">
            <a:extLst>
              <a:ext uri="{FF2B5EF4-FFF2-40B4-BE49-F238E27FC236}">
                <a16:creationId xmlns:a16="http://schemas.microsoft.com/office/drawing/2014/main" id="{E5CBF9AB-7571-5A9B-9394-34E456E5E283}"/>
              </a:ext>
            </a:extLst>
          </p:cNvPr>
          <p:cNvSpPr/>
          <p:nvPr/>
        </p:nvSpPr>
        <p:spPr>
          <a:xfrm>
            <a:off x="4701788" y="1977364"/>
            <a:ext cx="953494" cy="74233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lint</a:t>
            </a:r>
          </a:p>
        </p:txBody>
      </p:sp>
      <p:sp>
        <p:nvSpPr>
          <p:cNvPr id="27" name="Rectangle 26">
            <a:extLst>
              <a:ext uri="{FF2B5EF4-FFF2-40B4-BE49-F238E27FC236}">
                <a16:creationId xmlns:a16="http://schemas.microsoft.com/office/drawing/2014/main" id="{4CE33B40-13C7-B530-1486-F8825C4F313A}"/>
              </a:ext>
            </a:extLst>
          </p:cNvPr>
          <p:cNvSpPr/>
          <p:nvPr/>
        </p:nvSpPr>
        <p:spPr>
          <a:xfrm>
            <a:off x="5832955" y="1968483"/>
            <a:ext cx="935143" cy="7596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Backend tests</a:t>
            </a:r>
          </a:p>
        </p:txBody>
      </p:sp>
      <p:sp>
        <p:nvSpPr>
          <p:cNvPr id="28" name="TextBox 27">
            <a:extLst>
              <a:ext uri="{FF2B5EF4-FFF2-40B4-BE49-F238E27FC236}">
                <a16:creationId xmlns:a16="http://schemas.microsoft.com/office/drawing/2014/main" id="{817FB8AD-5AB0-445C-B873-A83D3550F8BA}"/>
              </a:ext>
            </a:extLst>
          </p:cNvPr>
          <p:cNvSpPr txBox="1"/>
          <p:nvPr/>
        </p:nvSpPr>
        <p:spPr>
          <a:xfrm>
            <a:off x="4756432" y="2932885"/>
            <a:ext cx="1199535" cy="276999"/>
          </a:xfrm>
          <a:prstGeom prst="rect">
            <a:avLst/>
          </a:prstGeom>
          <a:noFill/>
        </p:spPr>
        <p:txBody>
          <a:bodyPr wrap="square">
            <a:spAutoFit/>
          </a:bodyPr>
          <a:lstStyle/>
          <a:p>
            <a:r>
              <a:rPr lang="en-IN" sz="1200" dirty="0"/>
              <a:t>2 m 42 s</a:t>
            </a:r>
          </a:p>
        </p:txBody>
      </p:sp>
      <p:sp>
        <p:nvSpPr>
          <p:cNvPr id="29" name="TextBox 28">
            <a:extLst>
              <a:ext uri="{FF2B5EF4-FFF2-40B4-BE49-F238E27FC236}">
                <a16:creationId xmlns:a16="http://schemas.microsoft.com/office/drawing/2014/main" id="{94525BF3-39AE-7699-015C-1C78D8CA5C61}"/>
              </a:ext>
            </a:extLst>
          </p:cNvPr>
          <p:cNvSpPr txBox="1"/>
          <p:nvPr/>
        </p:nvSpPr>
        <p:spPr>
          <a:xfrm>
            <a:off x="6044198" y="2940152"/>
            <a:ext cx="869275" cy="276999"/>
          </a:xfrm>
          <a:prstGeom prst="rect">
            <a:avLst/>
          </a:prstGeom>
          <a:noFill/>
        </p:spPr>
        <p:txBody>
          <a:bodyPr wrap="square">
            <a:spAutoFit/>
          </a:bodyPr>
          <a:lstStyle/>
          <a:p>
            <a:r>
              <a:rPr lang="en-IN" sz="1200" dirty="0"/>
              <a:t>52 s</a:t>
            </a:r>
          </a:p>
        </p:txBody>
      </p:sp>
      <p:sp>
        <p:nvSpPr>
          <p:cNvPr id="40" name="Rectangle 39">
            <a:extLst>
              <a:ext uri="{FF2B5EF4-FFF2-40B4-BE49-F238E27FC236}">
                <a16:creationId xmlns:a16="http://schemas.microsoft.com/office/drawing/2014/main" id="{3F95DACE-68EE-8034-56A8-73BA6E8D9D7D}"/>
              </a:ext>
            </a:extLst>
          </p:cNvPr>
          <p:cNvSpPr/>
          <p:nvPr/>
        </p:nvSpPr>
        <p:spPr>
          <a:xfrm>
            <a:off x="5785330" y="4449544"/>
            <a:ext cx="953494" cy="75961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tests</a:t>
            </a:r>
          </a:p>
        </p:txBody>
      </p:sp>
      <p:sp>
        <p:nvSpPr>
          <p:cNvPr id="42" name="Rectangle 41">
            <a:extLst>
              <a:ext uri="{FF2B5EF4-FFF2-40B4-BE49-F238E27FC236}">
                <a16:creationId xmlns:a16="http://schemas.microsoft.com/office/drawing/2014/main" id="{D2CC54B0-2DEE-013D-60D2-7CDF27222994}"/>
              </a:ext>
            </a:extLst>
          </p:cNvPr>
          <p:cNvSpPr/>
          <p:nvPr/>
        </p:nvSpPr>
        <p:spPr>
          <a:xfrm>
            <a:off x="4701788" y="4458817"/>
            <a:ext cx="878260" cy="72910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srgbClr val="152644"/>
                </a:solidFill>
                <a:effectLst/>
                <a:uLnTx/>
                <a:uFillTx/>
                <a:latin typeface="Arial" panose="020B0604020202020204"/>
                <a:ea typeface="+mn-ea"/>
                <a:cs typeface="+mn-cs"/>
              </a:rPr>
              <a:t>Frontend lint</a:t>
            </a:r>
          </a:p>
        </p:txBody>
      </p:sp>
      <p:sp>
        <p:nvSpPr>
          <p:cNvPr id="43" name="TextBox 42">
            <a:extLst>
              <a:ext uri="{FF2B5EF4-FFF2-40B4-BE49-F238E27FC236}">
                <a16:creationId xmlns:a16="http://schemas.microsoft.com/office/drawing/2014/main" id="{CAFCEE9B-2542-A5DA-9286-9951559C61E5}"/>
              </a:ext>
            </a:extLst>
          </p:cNvPr>
          <p:cNvSpPr txBox="1"/>
          <p:nvPr/>
        </p:nvSpPr>
        <p:spPr>
          <a:xfrm>
            <a:off x="4765822" y="5433423"/>
            <a:ext cx="1199535" cy="276999"/>
          </a:xfrm>
          <a:prstGeom prst="rect">
            <a:avLst/>
          </a:prstGeom>
          <a:noFill/>
        </p:spPr>
        <p:txBody>
          <a:bodyPr wrap="square">
            <a:spAutoFit/>
          </a:bodyPr>
          <a:lstStyle/>
          <a:p>
            <a:r>
              <a:rPr lang="en-IN" sz="1200" dirty="0"/>
              <a:t>1 m 53 s</a:t>
            </a:r>
          </a:p>
        </p:txBody>
      </p:sp>
      <p:sp>
        <p:nvSpPr>
          <p:cNvPr id="44" name="TextBox 43">
            <a:extLst>
              <a:ext uri="{FF2B5EF4-FFF2-40B4-BE49-F238E27FC236}">
                <a16:creationId xmlns:a16="http://schemas.microsoft.com/office/drawing/2014/main" id="{557283C2-3473-CDFD-76F1-1CE800F903A9}"/>
              </a:ext>
            </a:extLst>
          </p:cNvPr>
          <p:cNvSpPr txBox="1"/>
          <p:nvPr/>
        </p:nvSpPr>
        <p:spPr>
          <a:xfrm>
            <a:off x="5831442" y="5433422"/>
            <a:ext cx="1199535" cy="276999"/>
          </a:xfrm>
          <a:prstGeom prst="rect">
            <a:avLst/>
          </a:prstGeom>
          <a:noFill/>
        </p:spPr>
        <p:txBody>
          <a:bodyPr wrap="square">
            <a:spAutoFit/>
          </a:bodyPr>
          <a:lstStyle/>
          <a:p>
            <a:r>
              <a:rPr lang="en-IN" sz="1200" dirty="0"/>
              <a:t>3 m 26 s</a:t>
            </a:r>
          </a:p>
        </p:txBody>
      </p:sp>
      <p:cxnSp>
        <p:nvCxnSpPr>
          <p:cNvPr id="46" name="Straight Arrow Connector 45">
            <a:extLst>
              <a:ext uri="{FF2B5EF4-FFF2-40B4-BE49-F238E27FC236}">
                <a16:creationId xmlns:a16="http://schemas.microsoft.com/office/drawing/2014/main" id="{2DF9DAA9-0473-8B96-6051-87A75CBCDDAF}"/>
              </a:ext>
            </a:extLst>
          </p:cNvPr>
          <p:cNvCxnSpPr>
            <a:stCxn id="18" idx="3"/>
            <a:endCxn id="26" idx="1"/>
          </p:cNvCxnSpPr>
          <p:nvPr/>
        </p:nvCxnSpPr>
        <p:spPr>
          <a:xfrm>
            <a:off x="3158225" y="2348534"/>
            <a:ext cx="154356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5E7EE0-4DB5-4545-3C25-0700BC8FF5BF}"/>
              </a:ext>
            </a:extLst>
          </p:cNvPr>
          <p:cNvCxnSpPr>
            <a:stCxn id="23" idx="3"/>
            <a:endCxn id="42" idx="1"/>
          </p:cNvCxnSpPr>
          <p:nvPr/>
        </p:nvCxnSpPr>
        <p:spPr>
          <a:xfrm>
            <a:off x="3082992" y="4823368"/>
            <a:ext cx="161879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97E798A7-6DAB-C830-D5B6-270C49BD1C15}"/>
              </a:ext>
            </a:extLst>
          </p:cNvPr>
          <p:cNvCxnSpPr>
            <a:stCxn id="23" idx="3"/>
            <a:endCxn id="25" idx="1"/>
          </p:cNvCxnSpPr>
          <p:nvPr/>
        </p:nvCxnSpPr>
        <p:spPr>
          <a:xfrm flipV="1">
            <a:off x="3082992" y="3634721"/>
            <a:ext cx="826714" cy="11886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F0783C0-4948-F7E9-23DB-8F58F614C8DF}"/>
              </a:ext>
            </a:extLst>
          </p:cNvPr>
          <p:cNvCxnSpPr>
            <a:stCxn id="18" idx="3"/>
            <a:endCxn id="25" idx="1"/>
          </p:cNvCxnSpPr>
          <p:nvPr/>
        </p:nvCxnSpPr>
        <p:spPr>
          <a:xfrm>
            <a:off x="3158225" y="2348534"/>
            <a:ext cx="751481" cy="12861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D93404DF-8607-2BD1-3C5D-1B4B1BFA0AC4}"/>
              </a:ext>
            </a:extLst>
          </p:cNvPr>
          <p:cNvSpPr txBox="1"/>
          <p:nvPr/>
        </p:nvSpPr>
        <p:spPr>
          <a:xfrm>
            <a:off x="3970778" y="4229044"/>
            <a:ext cx="1199535" cy="276999"/>
          </a:xfrm>
          <a:prstGeom prst="rect">
            <a:avLst/>
          </a:prstGeom>
          <a:noFill/>
        </p:spPr>
        <p:txBody>
          <a:bodyPr wrap="square">
            <a:spAutoFit/>
          </a:bodyPr>
          <a:lstStyle/>
          <a:p>
            <a:r>
              <a:rPr lang="en-IN" sz="1200" dirty="0"/>
              <a:t>6 m 41 s</a:t>
            </a:r>
          </a:p>
        </p:txBody>
      </p:sp>
      <p:sp>
        <p:nvSpPr>
          <p:cNvPr id="54" name="TextBox 53">
            <a:extLst>
              <a:ext uri="{FF2B5EF4-FFF2-40B4-BE49-F238E27FC236}">
                <a16:creationId xmlns:a16="http://schemas.microsoft.com/office/drawing/2014/main" id="{18BE5C15-1C80-FC1E-DD9A-62A4F38D441E}"/>
              </a:ext>
            </a:extLst>
          </p:cNvPr>
          <p:cNvSpPr txBox="1"/>
          <p:nvPr/>
        </p:nvSpPr>
        <p:spPr>
          <a:xfrm>
            <a:off x="7047738" y="3395275"/>
            <a:ext cx="1199535" cy="276999"/>
          </a:xfrm>
          <a:prstGeom prst="rect">
            <a:avLst/>
          </a:prstGeom>
          <a:noFill/>
        </p:spPr>
        <p:txBody>
          <a:bodyPr wrap="square">
            <a:spAutoFit/>
          </a:bodyPr>
          <a:lstStyle/>
          <a:p>
            <a:r>
              <a:rPr lang="en-IN" sz="1200" dirty="0"/>
              <a:t>12 m 35 s</a:t>
            </a:r>
          </a:p>
        </p:txBody>
      </p:sp>
      <p:sp>
        <p:nvSpPr>
          <p:cNvPr id="55" name="TextBox 54">
            <a:extLst>
              <a:ext uri="{FF2B5EF4-FFF2-40B4-BE49-F238E27FC236}">
                <a16:creationId xmlns:a16="http://schemas.microsoft.com/office/drawing/2014/main" id="{9E341878-90EE-7DC9-841B-69A3AC6318C0}"/>
              </a:ext>
            </a:extLst>
          </p:cNvPr>
          <p:cNvSpPr txBox="1"/>
          <p:nvPr/>
        </p:nvSpPr>
        <p:spPr>
          <a:xfrm>
            <a:off x="7047738" y="2186610"/>
            <a:ext cx="1199535" cy="276999"/>
          </a:xfrm>
          <a:prstGeom prst="rect">
            <a:avLst/>
          </a:prstGeom>
          <a:noFill/>
        </p:spPr>
        <p:txBody>
          <a:bodyPr wrap="square">
            <a:spAutoFit/>
          </a:bodyPr>
          <a:lstStyle/>
          <a:p>
            <a:r>
              <a:rPr lang="en-IN" sz="1200" dirty="0"/>
              <a:t>9 m 28 s</a:t>
            </a:r>
          </a:p>
        </p:txBody>
      </p:sp>
      <p:sp>
        <p:nvSpPr>
          <p:cNvPr id="56" name="TextBox 55">
            <a:extLst>
              <a:ext uri="{FF2B5EF4-FFF2-40B4-BE49-F238E27FC236}">
                <a16:creationId xmlns:a16="http://schemas.microsoft.com/office/drawing/2014/main" id="{CE15D263-E6DD-FC2D-6F86-0296AED32528}"/>
              </a:ext>
            </a:extLst>
          </p:cNvPr>
          <p:cNvSpPr txBox="1"/>
          <p:nvPr/>
        </p:nvSpPr>
        <p:spPr>
          <a:xfrm>
            <a:off x="7047738" y="4684867"/>
            <a:ext cx="1199535" cy="276999"/>
          </a:xfrm>
          <a:prstGeom prst="rect">
            <a:avLst/>
          </a:prstGeom>
          <a:noFill/>
        </p:spPr>
        <p:txBody>
          <a:bodyPr wrap="square">
            <a:spAutoFit/>
          </a:bodyPr>
          <a:lstStyle/>
          <a:p>
            <a:r>
              <a:rPr lang="en-IN" sz="1200" dirty="0"/>
              <a:t>8 m 47 s</a:t>
            </a:r>
          </a:p>
        </p:txBody>
      </p:sp>
      <p:cxnSp>
        <p:nvCxnSpPr>
          <p:cNvPr id="58" name="Straight Connector 57">
            <a:extLst>
              <a:ext uri="{FF2B5EF4-FFF2-40B4-BE49-F238E27FC236}">
                <a16:creationId xmlns:a16="http://schemas.microsoft.com/office/drawing/2014/main" id="{97732AB1-1F8D-A9CB-FF66-2CF400893DDD}"/>
              </a:ext>
            </a:extLst>
          </p:cNvPr>
          <p:cNvCxnSpPr/>
          <p:nvPr/>
        </p:nvCxnSpPr>
        <p:spPr>
          <a:xfrm>
            <a:off x="7972425" y="1524000"/>
            <a:ext cx="0" cy="4835525"/>
          </a:xfrm>
          <a:prstGeom prst="line">
            <a:avLst/>
          </a:prstGeom>
        </p:spPr>
        <p:style>
          <a:lnRef idx="1">
            <a:schemeClr val="accent1"/>
          </a:lnRef>
          <a:fillRef idx="0">
            <a:schemeClr val="accent1"/>
          </a:fillRef>
          <a:effectRef idx="0">
            <a:schemeClr val="accent1"/>
          </a:effectRef>
          <a:fontRef idx="minor">
            <a:schemeClr val="tx1"/>
          </a:fontRef>
        </p:style>
      </p:cxnSp>
      <p:sp>
        <p:nvSpPr>
          <p:cNvPr id="60" name="TextBox 59">
            <a:extLst>
              <a:ext uri="{FF2B5EF4-FFF2-40B4-BE49-F238E27FC236}">
                <a16:creationId xmlns:a16="http://schemas.microsoft.com/office/drawing/2014/main" id="{6A25AE70-2B30-8574-57F2-0D49A539995A}"/>
              </a:ext>
            </a:extLst>
          </p:cNvPr>
          <p:cNvSpPr txBox="1"/>
          <p:nvPr/>
        </p:nvSpPr>
        <p:spPr>
          <a:xfrm>
            <a:off x="8096597" y="2186337"/>
            <a:ext cx="4069094" cy="3416320"/>
          </a:xfrm>
          <a:prstGeom prst="rect">
            <a:avLst/>
          </a:prstGeom>
          <a:noFill/>
        </p:spPr>
        <p:txBody>
          <a:bodyPr wrap="square">
            <a:spAutoFit/>
          </a:bodyPr>
          <a:lstStyle/>
          <a:p>
            <a:pPr marL="285750" indent="-285750">
              <a:buFont typeface="Arial" panose="020B0604020202020204" pitchFamily="34" charset="0"/>
              <a:buChar char="•"/>
            </a:pPr>
            <a:r>
              <a:rPr lang="en-IN" dirty="0"/>
              <a:t>We can now split this into 5 pipelines.</a:t>
            </a:r>
          </a:p>
          <a:p>
            <a:pPr marL="285750" indent="-285750">
              <a:buFont typeface="Arial" panose="020B0604020202020204" pitchFamily="34" charset="0"/>
              <a:buChar char="•"/>
            </a:pPr>
            <a:r>
              <a:rPr lang="en-IN" dirty="0"/>
              <a:t>It all depends on how many build servers you have. If you have only one build server, then you are out of luck.</a:t>
            </a:r>
          </a:p>
          <a:p>
            <a:pPr marL="285750" indent="-285750">
              <a:buFont typeface="Arial" panose="020B0604020202020204" pitchFamily="34" charset="0"/>
              <a:buChar char="•"/>
            </a:pPr>
            <a:r>
              <a:rPr lang="en-IN" dirty="0"/>
              <a:t>This brings the time down to 12 minutes.</a:t>
            </a:r>
          </a:p>
          <a:p>
            <a:pPr marL="285750" indent="-285750">
              <a:buFont typeface="Arial" panose="020B0604020202020204" pitchFamily="34" charset="0"/>
              <a:buChar char="•"/>
            </a:pPr>
            <a:r>
              <a:rPr lang="en-IN" dirty="0"/>
              <a:t>If you are using the cloud, you have an infinite number of build servers which can run your pipelines in parallel.</a:t>
            </a:r>
          </a:p>
        </p:txBody>
      </p:sp>
    </p:spTree>
    <p:extLst>
      <p:ext uri="{BB962C8B-B14F-4D97-AF65-F5344CB8AC3E}">
        <p14:creationId xmlns:p14="http://schemas.microsoft.com/office/powerpoint/2010/main" val="116530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EBD7CEB-647A-8C93-6BC9-6C5AE32B8F6B}"/>
              </a:ext>
            </a:extLst>
          </p:cNvPr>
          <p:cNvSpPr>
            <a:spLocks noGrp="1"/>
          </p:cNvSpPr>
          <p:nvPr>
            <p:ph type="sldNum" sz="quarter" idx="12"/>
          </p:nvPr>
        </p:nvSpPr>
        <p:spPr/>
        <p:txBody>
          <a:bodyPr/>
          <a:lstStyle/>
          <a:p>
            <a:fld id="{CC0CD38E-35A1-2247-B55D-C6626AF9BA09}" type="slidenum">
              <a:rPr lang="en-US" smtClean="0"/>
              <a:t>14</a:t>
            </a:fld>
            <a:endParaRPr lang="en-US"/>
          </a:p>
        </p:txBody>
      </p:sp>
      <p:sp>
        <p:nvSpPr>
          <p:cNvPr id="2" name="Title 1">
            <a:extLst>
              <a:ext uri="{FF2B5EF4-FFF2-40B4-BE49-F238E27FC236}">
                <a16:creationId xmlns:a16="http://schemas.microsoft.com/office/drawing/2014/main" id="{5326615E-8AD6-2711-775B-B992EB99A479}"/>
              </a:ext>
            </a:extLst>
          </p:cNvPr>
          <p:cNvSpPr>
            <a:spLocks noGrp="1"/>
          </p:cNvSpPr>
          <p:nvPr>
            <p:ph type="title" idx="4294967295"/>
          </p:nvPr>
        </p:nvSpPr>
        <p:spPr>
          <a:xfrm>
            <a:off x="876300" y="366713"/>
            <a:ext cx="11315700" cy="1323975"/>
          </a:xfrm>
        </p:spPr>
        <p:txBody>
          <a:bodyPr/>
          <a:lstStyle/>
          <a:p>
            <a:r>
              <a:rPr lang="en-IN" dirty="0"/>
              <a:t>#5 Anti-Pattern – Gift wrapping</a:t>
            </a:r>
          </a:p>
        </p:txBody>
      </p:sp>
      <p:sp>
        <p:nvSpPr>
          <p:cNvPr id="6" name="TextBox 5">
            <a:extLst>
              <a:ext uri="{FF2B5EF4-FFF2-40B4-BE49-F238E27FC236}">
                <a16:creationId xmlns:a16="http://schemas.microsoft.com/office/drawing/2014/main" id="{D1B8BF97-EE19-A935-9860-A57728F1A0A7}"/>
              </a:ext>
            </a:extLst>
          </p:cNvPr>
          <p:cNvSpPr txBox="1"/>
          <p:nvPr/>
        </p:nvSpPr>
        <p:spPr>
          <a:xfrm>
            <a:off x="98881" y="2136551"/>
            <a:ext cx="6696075" cy="4247317"/>
          </a:xfrm>
          <a:prstGeom prst="rect">
            <a:avLst/>
          </a:prstGeom>
          <a:noFill/>
        </p:spPr>
        <p:txBody>
          <a:bodyPr wrap="square">
            <a:spAutoFit/>
          </a:bodyPr>
          <a:lstStyle/>
          <a:p>
            <a:r>
              <a:rPr lang="en-IN" b="1" dirty="0"/>
              <a:t>Scenario:</a:t>
            </a:r>
          </a:p>
          <a:p>
            <a:r>
              <a:rPr lang="en-IN" dirty="0"/>
              <a:t>Imagine you have a complex shell script that performs multiple steps to build and deploy an application. Instead of breaking down the script into smaller, manageable tasks, you wrap the entire script within a single "Execute Shell" task in your pipeline.</a:t>
            </a:r>
          </a:p>
          <a:p>
            <a:endParaRPr lang="en-IN" dirty="0"/>
          </a:p>
          <a:p>
            <a:r>
              <a:rPr lang="en-IN" b="1" dirty="0"/>
              <a:t>Issues with This Approach:</a:t>
            </a:r>
          </a:p>
          <a:p>
            <a:pPr marL="285750" indent="-285750">
              <a:buFont typeface="Arial" panose="020B0604020202020204" pitchFamily="34" charset="0"/>
              <a:buChar char="•"/>
            </a:pPr>
            <a:r>
              <a:rPr lang="en-US" dirty="0"/>
              <a:t>Maintainability: The entire script is contained within a single task, making it difficult to manage and update.</a:t>
            </a:r>
          </a:p>
          <a:p>
            <a:pPr marL="285750" indent="-285750">
              <a:buFont typeface="Arial" panose="020B0604020202020204" pitchFamily="34" charset="0"/>
              <a:buChar char="•"/>
            </a:pPr>
            <a:r>
              <a:rPr lang="en-US" dirty="0"/>
              <a:t>Reusability: The script cannot be easily reused in other parts of the pipeline or in different pipelines.</a:t>
            </a:r>
          </a:p>
          <a:p>
            <a:pPr marL="285750" indent="-285750">
              <a:buFont typeface="Arial" panose="020B0604020202020204" pitchFamily="34" charset="0"/>
              <a:buChar char="•"/>
            </a:pPr>
            <a:r>
              <a:rPr lang="en-US" dirty="0"/>
              <a:t>Debugging: Debugging becomes challenging as you have to sift through a large block of code to identify issues.</a:t>
            </a:r>
            <a:endParaRPr lang="en-IN" dirty="0"/>
          </a:p>
          <a:p>
            <a:endParaRPr lang="en-IN" dirty="0"/>
          </a:p>
          <a:p>
            <a:endParaRPr lang="en-IN" dirty="0"/>
          </a:p>
        </p:txBody>
      </p:sp>
      <p:pic>
        <p:nvPicPr>
          <p:cNvPr id="8" name="Picture 7">
            <a:extLst>
              <a:ext uri="{FF2B5EF4-FFF2-40B4-BE49-F238E27FC236}">
                <a16:creationId xmlns:a16="http://schemas.microsoft.com/office/drawing/2014/main" id="{CDAD7F0B-F13B-E153-E91D-0F186E46939B}"/>
              </a:ext>
            </a:extLst>
          </p:cNvPr>
          <p:cNvPicPr>
            <a:picLocks noChangeAspect="1"/>
          </p:cNvPicPr>
          <p:nvPr/>
        </p:nvPicPr>
        <p:blipFill>
          <a:blip r:embed="rId2"/>
          <a:stretch>
            <a:fillRect/>
          </a:stretch>
        </p:blipFill>
        <p:spPr>
          <a:xfrm>
            <a:off x="6794956" y="2995445"/>
            <a:ext cx="5397044" cy="2541393"/>
          </a:xfrm>
          <a:prstGeom prst="rect">
            <a:avLst/>
          </a:prstGeom>
        </p:spPr>
      </p:pic>
    </p:spTree>
    <p:extLst>
      <p:ext uri="{BB962C8B-B14F-4D97-AF65-F5344CB8AC3E}">
        <p14:creationId xmlns:p14="http://schemas.microsoft.com/office/powerpoint/2010/main" val="451929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6CB1B0A-2955-35A4-47AE-8F7AC2CFBE73}"/>
              </a:ext>
            </a:extLst>
          </p:cNvPr>
          <p:cNvSpPr>
            <a:spLocks noGrp="1"/>
          </p:cNvSpPr>
          <p:nvPr>
            <p:ph type="sldNum" sz="quarter" idx="12"/>
          </p:nvPr>
        </p:nvSpPr>
        <p:spPr/>
        <p:txBody>
          <a:bodyPr/>
          <a:lstStyle/>
          <a:p>
            <a:fld id="{CC0CD38E-35A1-2247-B55D-C6626AF9BA09}" type="slidenum">
              <a:rPr lang="en-US" smtClean="0"/>
              <a:t>15</a:t>
            </a:fld>
            <a:endParaRPr lang="en-US"/>
          </a:p>
        </p:txBody>
      </p:sp>
      <p:sp>
        <p:nvSpPr>
          <p:cNvPr id="2" name="Title 1">
            <a:extLst>
              <a:ext uri="{FF2B5EF4-FFF2-40B4-BE49-F238E27FC236}">
                <a16:creationId xmlns:a16="http://schemas.microsoft.com/office/drawing/2014/main" id="{AB8D6003-18D8-B089-D31E-75A4C3D76339}"/>
              </a:ext>
            </a:extLst>
          </p:cNvPr>
          <p:cNvSpPr>
            <a:spLocks noGrp="1"/>
          </p:cNvSpPr>
          <p:nvPr>
            <p:ph type="title" idx="4294967295"/>
          </p:nvPr>
        </p:nvSpPr>
        <p:spPr>
          <a:xfrm>
            <a:off x="0" y="366713"/>
            <a:ext cx="10515600" cy="1323975"/>
          </a:xfrm>
        </p:spPr>
        <p:txBody>
          <a:bodyPr/>
          <a:lstStyle/>
          <a:p>
            <a:r>
              <a:rPr lang="en-IN" dirty="0"/>
              <a:t>Gift wrapping</a:t>
            </a:r>
          </a:p>
        </p:txBody>
      </p:sp>
      <p:sp>
        <p:nvSpPr>
          <p:cNvPr id="6" name="TextBox 5">
            <a:extLst>
              <a:ext uri="{FF2B5EF4-FFF2-40B4-BE49-F238E27FC236}">
                <a16:creationId xmlns:a16="http://schemas.microsoft.com/office/drawing/2014/main" id="{AED52513-92FB-5FF2-7CDE-108ABA6E5AF1}"/>
              </a:ext>
            </a:extLst>
          </p:cNvPr>
          <p:cNvSpPr txBox="1"/>
          <p:nvPr/>
        </p:nvSpPr>
        <p:spPr>
          <a:xfrm>
            <a:off x="335018" y="2047786"/>
            <a:ext cx="5581650" cy="3693319"/>
          </a:xfrm>
          <a:prstGeom prst="rect">
            <a:avLst/>
          </a:prstGeom>
          <a:noFill/>
        </p:spPr>
        <p:txBody>
          <a:bodyPr wrap="square">
            <a:spAutoFit/>
          </a:bodyPr>
          <a:lstStyle/>
          <a:p>
            <a:r>
              <a:rPr lang="en-IN" b="1" dirty="0"/>
              <a:t>Better Approach:</a:t>
            </a:r>
          </a:p>
          <a:p>
            <a:r>
              <a:rPr lang="en-IN" dirty="0"/>
              <a:t>Break down the complex shell script into smaller, reusable tasks and use them within your pipeline. This improves maintainability, reusability, and debugging.</a:t>
            </a:r>
          </a:p>
          <a:p>
            <a:endParaRPr lang="en-IN" dirty="0"/>
          </a:p>
          <a:p>
            <a:endParaRPr lang="en-IN" dirty="0"/>
          </a:p>
          <a:p>
            <a:pPr marL="285750" indent="-285750">
              <a:buFont typeface="Arial" panose="020B0604020202020204" pitchFamily="34" charset="0"/>
              <a:buChar char="•"/>
            </a:pPr>
            <a:r>
              <a:rPr lang="en-US" dirty="0"/>
              <a:t>Sometimes, command line tools won't work due to their limited scope; instead, you must directly call the application via a command.</a:t>
            </a:r>
          </a:p>
          <a:p>
            <a:pPr marL="285750" indent="-285750">
              <a:buFont typeface="Arial" panose="020B0604020202020204" pitchFamily="34" charset="0"/>
              <a:buChar char="•"/>
            </a:pPr>
            <a:r>
              <a:rPr lang="en-US" dirty="0"/>
              <a:t>I don't mean to avoid tasks entirely; rather, avoid using wrapper pipeline tasks.</a:t>
            </a:r>
            <a:endParaRPr lang="en-IN" dirty="0"/>
          </a:p>
          <a:p>
            <a:endParaRPr lang="en-IN" dirty="0"/>
          </a:p>
        </p:txBody>
      </p:sp>
      <p:pic>
        <p:nvPicPr>
          <p:cNvPr id="8" name="Picture 7">
            <a:extLst>
              <a:ext uri="{FF2B5EF4-FFF2-40B4-BE49-F238E27FC236}">
                <a16:creationId xmlns:a16="http://schemas.microsoft.com/office/drawing/2014/main" id="{FB2B6158-F852-E8EC-2373-E67D90C68D65}"/>
              </a:ext>
            </a:extLst>
          </p:cNvPr>
          <p:cNvPicPr>
            <a:picLocks noChangeAspect="1"/>
          </p:cNvPicPr>
          <p:nvPr/>
        </p:nvPicPr>
        <p:blipFill>
          <a:blip r:embed="rId2"/>
          <a:stretch>
            <a:fillRect/>
          </a:stretch>
        </p:blipFill>
        <p:spPr>
          <a:xfrm>
            <a:off x="5916668" y="2255388"/>
            <a:ext cx="6035563" cy="3033023"/>
          </a:xfrm>
          <a:prstGeom prst="rect">
            <a:avLst/>
          </a:prstGeom>
        </p:spPr>
      </p:pic>
    </p:spTree>
    <p:extLst>
      <p:ext uri="{BB962C8B-B14F-4D97-AF65-F5344CB8AC3E}">
        <p14:creationId xmlns:p14="http://schemas.microsoft.com/office/powerpoint/2010/main" val="65789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0438827-A8AA-87AB-BF84-C7508C901F48}"/>
              </a:ext>
            </a:extLst>
          </p:cNvPr>
          <p:cNvSpPr>
            <a:spLocks noGrp="1"/>
          </p:cNvSpPr>
          <p:nvPr>
            <p:ph type="sldNum" sz="quarter" idx="12"/>
          </p:nvPr>
        </p:nvSpPr>
        <p:spPr/>
        <p:txBody>
          <a:bodyPr/>
          <a:lstStyle/>
          <a:p>
            <a:fld id="{CC0CD38E-35A1-2247-B55D-C6626AF9BA09}" type="slidenum">
              <a:rPr lang="en-US" smtClean="0"/>
              <a:t>16</a:t>
            </a:fld>
            <a:endParaRPr lang="en-US"/>
          </a:p>
        </p:txBody>
      </p:sp>
      <p:sp>
        <p:nvSpPr>
          <p:cNvPr id="2" name="Title 1">
            <a:extLst>
              <a:ext uri="{FF2B5EF4-FFF2-40B4-BE49-F238E27FC236}">
                <a16:creationId xmlns:a16="http://schemas.microsoft.com/office/drawing/2014/main" id="{BA50D45A-0B0B-1319-B7BD-25BEC4AB7489}"/>
              </a:ext>
            </a:extLst>
          </p:cNvPr>
          <p:cNvSpPr>
            <a:spLocks noGrp="1"/>
          </p:cNvSpPr>
          <p:nvPr>
            <p:ph type="title" idx="4294967295"/>
          </p:nvPr>
        </p:nvSpPr>
        <p:spPr>
          <a:xfrm>
            <a:off x="728663" y="157163"/>
            <a:ext cx="11463337" cy="1323975"/>
          </a:xfrm>
        </p:spPr>
        <p:txBody>
          <a:bodyPr/>
          <a:lstStyle/>
          <a:p>
            <a:r>
              <a:rPr lang="en-IN" dirty="0"/>
              <a:t>#6 Composable pipeline library</a:t>
            </a:r>
          </a:p>
        </p:txBody>
      </p:sp>
      <p:sp>
        <p:nvSpPr>
          <p:cNvPr id="9" name="TextBox 8">
            <a:extLst>
              <a:ext uri="{FF2B5EF4-FFF2-40B4-BE49-F238E27FC236}">
                <a16:creationId xmlns:a16="http://schemas.microsoft.com/office/drawing/2014/main" id="{FFCB61FA-621F-76A8-F74F-285A7F8E85F9}"/>
              </a:ext>
            </a:extLst>
          </p:cNvPr>
          <p:cNvSpPr txBox="1"/>
          <p:nvPr/>
        </p:nvSpPr>
        <p:spPr>
          <a:xfrm>
            <a:off x="261764" y="1523299"/>
            <a:ext cx="5619258" cy="4247317"/>
          </a:xfrm>
          <a:prstGeom prst="rect">
            <a:avLst/>
          </a:prstGeom>
          <a:noFill/>
        </p:spPr>
        <p:txBody>
          <a:bodyPr wrap="square">
            <a:spAutoFit/>
          </a:bodyPr>
          <a:lstStyle/>
          <a:p>
            <a:r>
              <a:rPr lang="en-IN" dirty="0"/>
              <a:t>A composable pipeline library is a collection of modular, reusable components or tasks that can be combined and configured to create complex CI/CD pipelines. The idea is to allow developers to build pipelines by composing smaller, manageable pieces rather than creating monolithic, hard-to-maintain scripts.</a:t>
            </a:r>
          </a:p>
          <a:p>
            <a:endParaRPr lang="en-IN" dirty="0"/>
          </a:p>
          <a:p>
            <a:pPr marL="285750" indent="-285750">
              <a:buFont typeface="Arial" panose="020B0604020202020204" pitchFamily="34" charset="0"/>
              <a:buChar char="•"/>
            </a:pPr>
            <a:r>
              <a:rPr lang="en-US" dirty="0"/>
              <a:t>Let's say we have 30 projects that share the same pipeline.</a:t>
            </a:r>
          </a:p>
          <a:p>
            <a:pPr marL="285750" indent="-285750">
              <a:buFont typeface="Arial" panose="020B0604020202020204" pitchFamily="34" charset="0"/>
              <a:buChar char="•"/>
            </a:pPr>
            <a:r>
              <a:rPr lang="en-US" dirty="0"/>
              <a:t>We can add parameters to customize our pipeline.</a:t>
            </a:r>
          </a:p>
          <a:p>
            <a:pPr marL="285750" indent="-285750">
              <a:buFont typeface="Arial" panose="020B0604020202020204" pitchFamily="34" charset="0"/>
              <a:buChar char="•"/>
            </a:pPr>
            <a:r>
              <a:rPr lang="en-US" dirty="0"/>
              <a:t>It is very easy to create a copy of the composable pipeline and add your own tasks to it.</a:t>
            </a:r>
          </a:p>
          <a:p>
            <a:pPr marL="285750" indent="-285750">
              <a:buFont typeface="Arial" panose="020B0604020202020204" pitchFamily="34" charset="0"/>
              <a:buChar char="•"/>
            </a:pPr>
            <a:r>
              <a:rPr lang="en-US" dirty="0"/>
              <a:t>This approach is really useful when you do not want to implement it from scratch.</a:t>
            </a:r>
            <a:endParaRPr lang="en-IN" dirty="0"/>
          </a:p>
        </p:txBody>
      </p:sp>
      <p:pic>
        <p:nvPicPr>
          <p:cNvPr id="11" name="Picture 10">
            <a:extLst>
              <a:ext uri="{FF2B5EF4-FFF2-40B4-BE49-F238E27FC236}">
                <a16:creationId xmlns:a16="http://schemas.microsoft.com/office/drawing/2014/main" id="{F9978FDB-213B-8614-A2D7-E33F4A73FE64}"/>
              </a:ext>
            </a:extLst>
          </p:cNvPr>
          <p:cNvPicPr>
            <a:picLocks noChangeAspect="1"/>
          </p:cNvPicPr>
          <p:nvPr/>
        </p:nvPicPr>
        <p:blipFill>
          <a:blip r:embed="rId2"/>
          <a:stretch>
            <a:fillRect/>
          </a:stretch>
        </p:blipFill>
        <p:spPr>
          <a:xfrm>
            <a:off x="6123513" y="1523299"/>
            <a:ext cx="5427595" cy="3276633"/>
          </a:xfrm>
          <a:prstGeom prst="rect">
            <a:avLst/>
          </a:prstGeom>
        </p:spPr>
      </p:pic>
      <p:pic>
        <p:nvPicPr>
          <p:cNvPr id="13" name="Picture 12">
            <a:extLst>
              <a:ext uri="{FF2B5EF4-FFF2-40B4-BE49-F238E27FC236}">
                <a16:creationId xmlns:a16="http://schemas.microsoft.com/office/drawing/2014/main" id="{7DDC2C09-719F-975F-5098-B5123827949B}"/>
              </a:ext>
            </a:extLst>
          </p:cNvPr>
          <p:cNvPicPr>
            <a:picLocks noChangeAspect="1"/>
          </p:cNvPicPr>
          <p:nvPr/>
        </p:nvPicPr>
        <p:blipFill>
          <a:blip r:embed="rId3"/>
          <a:stretch>
            <a:fillRect/>
          </a:stretch>
        </p:blipFill>
        <p:spPr>
          <a:xfrm>
            <a:off x="6123513" y="4850734"/>
            <a:ext cx="5450022" cy="1691883"/>
          </a:xfrm>
          <a:prstGeom prst="rect">
            <a:avLst/>
          </a:prstGeom>
        </p:spPr>
      </p:pic>
    </p:spTree>
    <p:extLst>
      <p:ext uri="{BB962C8B-B14F-4D97-AF65-F5344CB8AC3E}">
        <p14:creationId xmlns:p14="http://schemas.microsoft.com/office/powerpoint/2010/main" val="23875191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501ED7C-D7E0-F1C9-442B-76F15179447B}"/>
              </a:ext>
            </a:extLst>
          </p:cNvPr>
          <p:cNvSpPr>
            <a:spLocks noGrp="1"/>
          </p:cNvSpPr>
          <p:nvPr>
            <p:ph type="sldNum" sz="quarter" idx="12"/>
          </p:nvPr>
        </p:nvSpPr>
        <p:spPr/>
        <p:txBody>
          <a:bodyPr/>
          <a:lstStyle/>
          <a:p>
            <a:fld id="{CC0CD38E-35A1-2247-B55D-C6626AF9BA09}" type="slidenum">
              <a:rPr lang="en-US" smtClean="0"/>
              <a:t>17</a:t>
            </a:fld>
            <a:endParaRPr lang="en-US"/>
          </a:p>
        </p:txBody>
      </p:sp>
      <p:sp>
        <p:nvSpPr>
          <p:cNvPr id="2" name="Title 1">
            <a:extLst>
              <a:ext uri="{FF2B5EF4-FFF2-40B4-BE49-F238E27FC236}">
                <a16:creationId xmlns:a16="http://schemas.microsoft.com/office/drawing/2014/main" id="{C863E456-C963-EEEA-3BB8-4137D3469891}"/>
              </a:ext>
            </a:extLst>
          </p:cNvPr>
          <p:cNvSpPr>
            <a:spLocks noGrp="1"/>
          </p:cNvSpPr>
          <p:nvPr>
            <p:ph type="title" idx="4294967295"/>
          </p:nvPr>
        </p:nvSpPr>
        <p:spPr>
          <a:xfrm>
            <a:off x="0" y="52388"/>
            <a:ext cx="10515600" cy="1323975"/>
          </a:xfrm>
        </p:spPr>
        <p:txBody>
          <a:bodyPr/>
          <a:lstStyle/>
          <a:p>
            <a:r>
              <a:rPr lang="en-IN" dirty="0"/>
              <a:t>#7 Anti-Pattern: Entangled</a:t>
            </a:r>
          </a:p>
        </p:txBody>
      </p:sp>
      <p:sp>
        <p:nvSpPr>
          <p:cNvPr id="6" name="TextBox 5">
            <a:extLst>
              <a:ext uri="{FF2B5EF4-FFF2-40B4-BE49-F238E27FC236}">
                <a16:creationId xmlns:a16="http://schemas.microsoft.com/office/drawing/2014/main" id="{C2092B81-B0E5-9CB8-6506-3BB788CBB476}"/>
              </a:ext>
            </a:extLst>
          </p:cNvPr>
          <p:cNvSpPr txBox="1"/>
          <p:nvPr/>
        </p:nvSpPr>
        <p:spPr>
          <a:xfrm>
            <a:off x="471527" y="1443846"/>
            <a:ext cx="3690897" cy="4832092"/>
          </a:xfrm>
          <a:prstGeom prst="rect">
            <a:avLst/>
          </a:prstGeom>
          <a:noFill/>
        </p:spPr>
        <p:txBody>
          <a:bodyPr wrap="square">
            <a:spAutoFit/>
          </a:bodyPr>
          <a:lstStyle/>
          <a:p>
            <a:r>
              <a:rPr lang="en-IN" sz="1100" dirty="0"/>
              <a:t>The Entangled anti-pattern refers to the practice of tightly coupling your build logic to a specific build system. This can lead to significant challenges when you need to migrate to another system or make changes to your pipeline. Here are the details and an example to help clarify this concept:</a:t>
            </a:r>
          </a:p>
          <a:p>
            <a:endParaRPr lang="en-IN" sz="1100" dirty="0"/>
          </a:p>
          <a:p>
            <a:r>
              <a:rPr lang="en-US" sz="1100" b="1" dirty="0"/>
              <a:t>Solution: Decouple Your Logic</a:t>
            </a:r>
          </a:p>
          <a:p>
            <a:pPr>
              <a:buFont typeface="+mj-lt"/>
              <a:buAutoNum type="arabicPeriod"/>
            </a:pPr>
            <a:r>
              <a:rPr lang="en-US" sz="1100" b="1" dirty="0"/>
              <a:t>Use Script Files</a:t>
            </a:r>
            <a:r>
              <a:rPr lang="en-US" sz="1100" dirty="0"/>
              <a:t>: Instead of embedding all logic within the build system, use external scripts (e.g., Shell, PowerShell, Python) to handle complex tasks. This makes your pipeline more portable and easier to maintain.</a:t>
            </a:r>
          </a:p>
          <a:p>
            <a:pPr>
              <a:buFont typeface="+mj-lt"/>
              <a:buAutoNum type="arabicPeriod"/>
            </a:pPr>
            <a:r>
              <a:rPr lang="en-US" sz="1100" b="1" dirty="0"/>
              <a:t>Leverage Build System Features Sparingly</a:t>
            </a:r>
            <a:r>
              <a:rPr lang="en-US" sz="1100" dirty="0"/>
              <a:t>: Use the build system's features for orchestrating tasks and basic operations but avoid deeply integrating your logic.</a:t>
            </a:r>
          </a:p>
          <a:p>
            <a:endParaRPr lang="en-US" sz="1100" dirty="0"/>
          </a:p>
          <a:p>
            <a:r>
              <a:rPr lang="en-US" sz="1100" b="1" dirty="0"/>
              <a:t>Advantages &amp; process:</a:t>
            </a:r>
          </a:p>
          <a:p>
            <a:pPr marL="171450" indent="-171450">
              <a:buFont typeface="Arial" panose="020B0604020202020204" pitchFamily="34" charset="0"/>
              <a:buChar char="•"/>
            </a:pPr>
            <a:r>
              <a:rPr lang="en-US" sz="1100" dirty="0"/>
              <a:t>By using scripts, we can run them locally and see the results, which isn't possible with tasks within the pipeline.</a:t>
            </a:r>
          </a:p>
          <a:p>
            <a:pPr marL="171450" indent="-171450">
              <a:buFont typeface="Arial" panose="020B0604020202020204" pitchFamily="34" charset="0"/>
              <a:buChar char="•"/>
            </a:pPr>
            <a:r>
              <a:rPr lang="en-US" sz="1100" dirty="0"/>
              <a:t>Put your complex logic in scripts.</a:t>
            </a:r>
          </a:p>
          <a:p>
            <a:pPr marL="171450" indent="-171450">
              <a:buFont typeface="Arial" panose="020B0604020202020204" pitchFamily="34" charset="0"/>
              <a:buChar char="•"/>
            </a:pPr>
            <a:r>
              <a:rPr lang="en-US" sz="1100" dirty="0"/>
              <a:t>For example, when running integration tests, we can first test them locally using a PowerShell script. Once verified, we can run the same script in Azure DevOps, with a high likelihood of success. This approach results in a faster feedback loop.</a:t>
            </a:r>
          </a:p>
          <a:p>
            <a:endParaRPr lang="en-IN" sz="1100" dirty="0"/>
          </a:p>
        </p:txBody>
      </p:sp>
      <p:pic>
        <p:nvPicPr>
          <p:cNvPr id="8" name="Picture 7">
            <a:extLst>
              <a:ext uri="{FF2B5EF4-FFF2-40B4-BE49-F238E27FC236}">
                <a16:creationId xmlns:a16="http://schemas.microsoft.com/office/drawing/2014/main" id="{F6650E4A-B670-0007-6877-EF49AAEC2EF2}"/>
              </a:ext>
            </a:extLst>
          </p:cNvPr>
          <p:cNvPicPr>
            <a:picLocks noChangeAspect="1"/>
          </p:cNvPicPr>
          <p:nvPr/>
        </p:nvPicPr>
        <p:blipFill>
          <a:blip r:embed="rId2"/>
          <a:stretch>
            <a:fillRect/>
          </a:stretch>
        </p:blipFill>
        <p:spPr>
          <a:xfrm>
            <a:off x="4133850" y="1443846"/>
            <a:ext cx="4030314" cy="2232804"/>
          </a:xfrm>
          <a:prstGeom prst="rect">
            <a:avLst/>
          </a:prstGeom>
        </p:spPr>
      </p:pic>
      <p:pic>
        <p:nvPicPr>
          <p:cNvPr id="10" name="Picture 9">
            <a:extLst>
              <a:ext uri="{FF2B5EF4-FFF2-40B4-BE49-F238E27FC236}">
                <a16:creationId xmlns:a16="http://schemas.microsoft.com/office/drawing/2014/main" id="{B1753511-1E2D-E5C0-A083-3C6988A77DE0}"/>
              </a:ext>
            </a:extLst>
          </p:cNvPr>
          <p:cNvPicPr>
            <a:picLocks noChangeAspect="1"/>
          </p:cNvPicPr>
          <p:nvPr/>
        </p:nvPicPr>
        <p:blipFill>
          <a:blip r:embed="rId3"/>
          <a:stretch>
            <a:fillRect/>
          </a:stretch>
        </p:blipFill>
        <p:spPr>
          <a:xfrm>
            <a:off x="8183215" y="1443847"/>
            <a:ext cx="3970686" cy="1487030"/>
          </a:xfrm>
          <a:prstGeom prst="rect">
            <a:avLst/>
          </a:prstGeom>
        </p:spPr>
      </p:pic>
      <p:pic>
        <p:nvPicPr>
          <p:cNvPr id="12" name="Picture 11">
            <a:extLst>
              <a:ext uri="{FF2B5EF4-FFF2-40B4-BE49-F238E27FC236}">
                <a16:creationId xmlns:a16="http://schemas.microsoft.com/office/drawing/2014/main" id="{D88AD990-C9F7-68BF-ACEC-FA9C2FCA7F3F}"/>
              </a:ext>
            </a:extLst>
          </p:cNvPr>
          <p:cNvPicPr>
            <a:picLocks noChangeAspect="1"/>
          </p:cNvPicPr>
          <p:nvPr/>
        </p:nvPicPr>
        <p:blipFill>
          <a:blip r:embed="rId4"/>
          <a:stretch>
            <a:fillRect/>
          </a:stretch>
        </p:blipFill>
        <p:spPr>
          <a:xfrm>
            <a:off x="8211790" y="2914753"/>
            <a:ext cx="3970686" cy="1066593"/>
          </a:xfrm>
          <a:prstGeom prst="rect">
            <a:avLst/>
          </a:prstGeom>
        </p:spPr>
      </p:pic>
      <p:pic>
        <p:nvPicPr>
          <p:cNvPr id="14" name="Picture 13">
            <a:extLst>
              <a:ext uri="{FF2B5EF4-FFF2-40B4-BE49-F238E27FC236}">
                <a16:creationId xmlns:a16="http://schemas.microsoft.com/office/drawing/2014/main" id="{F12DAFF9-5427-FFCB-F6F0-FD70E730D2C0}"/>
              </a:ext>
            </a:extLst>
          </p:cNvPr>
          <p:cNvPicPr>
            <a:picLocks noChangeAspect="1"/>
          </p:cNvPicPr>
          <p:nvPr/>
        </p:nvPicPr>
        <p:blipFill>
          <a:blip r:embed="rId5"/>
          <a:stretch>
            <a:fillRect/>
          </a:stretch>
        </p:blipFill>
        <p:spPr>
          <a:xfrm>
            <a:off x="5188639" y="4008539"/>
            <a:ext cx="5046594" cy="2603827"/>
          </a:xfrm>
          <a:prstGeom prst="rect">
            <a:avLst/>
          </a:prstGeom>
        </p:spPr>
      </p:pic>
    </p:spTree>
    <p:extLst>
      <p:ext uri="{BB962C8B-B14F-4D97-AF65-F5344CB8AC3E}">
        <p14:creationId xmlns:p14="http://schemas.microsoft.com/office/powerpoint/2010/main" val="856460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01A2F21-264F-F585-B839-0AA4008B8391}"/>
              </a:ext>
            </a:extLst>
          </p:cNvPr>
          <p:cNvSpPr>
            <a:spLocks noGrp="1"/>
          </p:cNvSpPr>
          <p:nvPr>
            <p:ph type="sldNum" sz="quarter" idx="12"/>
          </p:nvPr>
        </p:nvSpPr>
        <p:spPr/>
        <p:txBody>
          <a:bodyPr/>
          <a:lstStyle/>
          <a:p>
            <a:fld id="{CC0CD38E-35A1-2247-B55D-C6626AF9BA09}" type="slidenum">
              <a:rPr lang="en-US" smtClean="0"/>
              <a:t>18</a:t>
            </a:fld>
            <a:endParaRPr lang="en-US"/>
          </a:p>
        </p:txBody>
      </p:sp>
      <p:sp>
        <p:nvSpPr>
          <p:cNvPr id="2" name="Title 1">
            <a:extLst>
              <a:ext uri="{FF2B5EF4-FFF2-40B4-BE49-F238E27FC236}">
                <a16:creationId xmlns:a16="http://schemas.microsoft.com/office/drawing/2014/main" id="{55ABEF85-6E73-CB3E-9700-9DEDDF48D7C8}"/>
              </a:ext>
            </a:extLst>
          </p:cNvPr>
          <p:cNvSpPr>
            <a:spLocks noGrp="1"/>
          </p:cNvSpPr>
          <p:nvPr>
            <p:ph type="title" idx="4294967295"/>
          </p:nvPr>
        </p:nvSpPr>
        <p:spPr>
          <a:xfrm>
            <a:off x="0" y="366713"/>
            <a:ext cx="10515600" cy="1323975"/>
          </a:xfrm>
        </p:spPr>
        <p:txBody>
          <a:bodyPr/>
          <a:lstStyle/>
          <a:p>
            <a:r>
              <a:rPr lang="en-IN" dirty="0"/>
              <a:t>CI/CD Antipatterns for K8s</a:t>
            </a:r>
          </a:p>
        </p:txBody>
      </p:sp>
      <p:sp>
        <p:nvSpPr>
          <p:cNvPr id="7" name="TextBox 6">
            <a:extLst>
              <a:ext uri="{FF2B5EF4-FFF2-40B4-BE49-F238E27FC236}">
                <a16:creationId xmlns:a16="http://schemas.microsoft.com/office/drawing/2014/main" id="{3011421F-B70E-28B9-BA3F-5E6707FE5762}"/>
              </a:ext>
            </a:extLst>
          </p:cNvPr>
          <p:cNvSpPr txBox="1"/>
          <p:nvPr/>
        </p:nvSpPr>
        <p:spPr>
          <a:xfrm>
            <a:off x="828674" y="1814543"/>
            <a:ext cx="10810876" cy="3970318"/>
          </a:xfrm>
          <a:prstGeom prst="rect">
            <a:avLst/>
          </a:prstGeom>
          <a:noFill/>
        </p:spPr>
        <p:txBody>
          <a:bodyPr wrap="square">
            <a:spAutoFit/>
          </a:bodyPr>
          <a:lstStyle/>
          <a:p>
            <a:pPr marL="285750" indent="-285750">
              <a:buFont typeface="Arial" panose="020B0604020202020204" pitchFamily="34" charset="0"/>
              <a:buChar char="•"/>
            </a:pPr>
            <a:r>
              <a:rPr lang="en-IN" b="1" dirty="0"/>
              <a:t>Mixing Build and Runtime Environments:</a:t>
            </a:r>
            <a:r>
              <a:rPr lang="en-IN" dirty="0"/>
              <a:t> Using the same Docker image for both building and running applications. This can lead to bloated images and security issues.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Using Latest Tags for Docker Images:</a:t>
            </a:r>
            <a:r>
              <a:rPr lang="en-IN" dirty="0"/>
              <a:t> Using the "latest" tag for Docker images can lead to unpredictable deployments. Always use specific tags for reproducibility.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Ad-Hoc Deployments with </a:t>
            </a:r>
            <a:r>
              <a:rPr lang="en-IN" b="1" dirty="0" err="1"/>
              <a:t>kubectl</a:t>
            </a:r>
            <a:r>
              <a:rPr lang="en-IN" b="1" dirty="0"/>
              <a:t>:</a:t>
            </a:r>
            <a:r>
              <a:rPr lang="en-IN" dirty="0"/>
              <a:t> Performing manual deployments using </a:t>
            </a:r>
            <a:r>
              <a:rPr lang="en-IN" dirty="0" err="1"/>
              <a:t>kubectl</a:t>
            </a:r>
            <a:r>
              <a:rPr lang="en-IN" dirty="0"/>
              <a:t> commands can lead to inconsistencies and lack of traceability.</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Not Using Helm:</a:t>
            </a:r>
            <a:r>
              <a:rPr lang="en-IN" dirty="0"/>
              <a:t> Helm is a package manager for Kubernetes that simplifies managing deployments. Not using Helm can lead to complex and hard-to-maintain deployments.</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b="1" dirty="0"/>
              <a:t>Ignoring Resource Limits:</a:t>
            </a:r>
            <a:r>
              <a:rPr lang="en-IN" dirty="0"/>
              <a:t> Not setting CPU and memory limits for pods can lead to resource contention and degraded performance.</a:t>
            </a:r>
          </a:p>
        </p:txBody>
      </p:sp>
    </p:spTree>
    <p:extLst>
      <p:ext uri="{BB962C8B-B14F-4D97-AF65-F5344CB8AC3E}">
        <p14:creationId xmlns:p14="http://schemas.microsoft.com/office/powerpoint/2010/main" val="19936852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8" name="Picture 4" descr="Beta Tumse Na Ho Payega - Meme Template">
            <a:extLst>
              <a:ext uri="{FF2B5EF4-FFF2-40B4-BE49-F238E27FC236}">
                <a16:creationId xmlns:a16="http://schemas.microsoft.com/office/drawing/2014/main" id="{19D57FA8-BA9A-5BA0-68DA-4828A6E64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6250"/>
          <a:stretch/>
        </p:blipFill>
        <p:spPr bwMode="auto">
          <a:xfrm>
            <a:off x="20" y="-10070"/>
            <a:ext cx="12191977" cy="6858022"/>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37B5F0C2-DC39-CF5D-933A-058A848D9201}"/>
              </a:ext>
            </a:extLst>
          </p:cNvPr>
          <p:cNvSpPr>
            <a:spLocks noGrp="1"/>
          </p:cNvSpPr>
          <p:nvPr>
            <p:ph type="sldNum" sz="quarter" idx="12"/>
          </p:nvPr>
        </p:nvSpPr>
        <p:spPr/>
        <p:txBody>
          <a:bodyPr vert="horz" lIns="91440" tIns="45720" rIns="91440" bIns="45720" rtlCol="0" anchor="ctr">
            <a:normAutofit/>
          </a:bodyPr>
          <a:lstStyle/>
          <a:p>
            <a:pPr>
              <a:spcAft>
                <a:spcPts val="600"/>
              </a:spcAft>
              <a:defRPr/>
            </a:pPr>
            <a:fld id="{00000000-1234-1234-1234-123412341234}" type="slidenum">
              <a:rPr lang="en-US">
                <a:solidFill>
                  <a:srgbClr val="FFFFFF"/>
                </a:solidFill>
                <a:latin typeface="Calibri" panose="020F0502020204030204"/>
                <a:sym typeface="Arial"/>
              </a:rPr>
              <a:pPr>
                <a:spcAft>
                  <a:spcPts val="600"/>
                </a:spcAft>
                <a:defRPr/>
              </a:pPr>
              <a:t>19</a:t>
            </a:fld>
            <a:endParaRPr lang="en-US">
              <a:solidFill>
                <a:srgbClr val="FFFFFF"/>
              </a:solidFill>
              <a:latin typeface="Calibri" panose="020F0502020204030204"/>
              <a:sym typeface="Arial"/>
            </a:endParaRPr>
          </a:p>
        </p:txBody>
      </p:sp>
      <p:sp>
        <p:nvSpPr>
          <p:cNvPr id="2" name="Title 1">
            <a:extLst>
              <a:ext uri="{FF2B5EF4-FFF2-40B4-BE49-F238E27FC236}">
                <a16:creationId xmlns:a16="http://schemas.microsoft.com/office/drawing/2014/main" id="{F7F772C7-500A-2223-813E-1095508A88F4}"/>
              </a:ext>
            </a:extLst>
          </p:cNvPr>
          <p:cNvSpPr>
            <a:spLocks noGrp="1"/>
          </p:cNvSpPr>
          <p:nvPr>
            <p:ph type="title" idx="4294967295"/>
          </p:nvPr>
        </p:nvSpPr>
        <p:spPr>
          <a:xfrm>
            <a:off x="0" y="642938"/>
            <a:ext cx="5453063" cy="3570287"/>
          </a:xfrm>
        </p:spPr>
        <p:txBody>
          <a:bodyPr vert="horz" lIns="91440" tIns="45720" rIns="91440" bIns="45720" rtlCol="0" anchor="t">
            <a:normAutofit/>
          </a:bodyPr>
          <a:lstStyle/>
          <a:p>
            <a:pPr defTabSz="914400"/>
            <a:r>
              <a:rPr lang="en-US" sz="5200">
                <a:solidFill>
                  <a:srgbClr val="FFFFFF"/>
                </a:solidFill>
                <a:latin typeface="+mj-lt"/>
              </a:rPr>
              <a:t>Any Questions?</a:t>
            </a:r>
          </a:p>
        </p:txBody>
      </p:sp>
    </p:spTree>
    <p:extLst>
      <p:ext uri="{BB962C8B-B14F-4D97-AF65-F5344CB8AC3E}">
        <p14:creationId xmlns:p14="http://schemas.microsoft.com/office/powerpoint/2010/main" val="28186289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erial view of a highway near the ocean">
            <a:extLst>
              <a:ext uri="{FF2B5EF4-FFF2-40B4-BE49-F238E27FC236}">
                <a16:creationId xmlns:a16="http://schemas.microsoft.com/office/drawing/2014/main" id="{EC4FE2CF-7AD5-8991-F481-7D8BE2E5828C}"/>
              </a:ext>
            </a:extLst>
          </p:cNvPr>
          <p:cNvPicPr>
            <a:picLocks noChangeAspect="1"/>
          </p:cNvPicPr>
          <p:nvPr/>
        </p:nvPicPr>
        <p:blipFill>
          <a:blip r:embed="rId2"/>
          <a:srcRect t="11833" b="13167"/>
          <a:stretch>
            <a:fillRect/>
          </a:stretch>
        </p:blipFill>
        <p:spPr>
          <a:xfrm>
            <a:off x="-3047" y="10"/>
            <a:ext cx="12191999" cy="6857990"/>
          </a:xfrm>
          <a:prstGeom prst="rect">
            <a:avLst/>
          </a:prstGeom>
        </p:spPr>
      </p:pic>
      <p:sp>
        <p:nvSpPr>
          <p:cNvPr id="10" name="Rectangle 9">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DF1B1A-1FEB-2267-47CC-A145314A7982}"/>
              </a:ext>
            </a:extLst>
          </p:cNvPr>
          <p:cNvSpPr>
            <a:spLocks noGrp="1"/>
          </p:cNvSpPr>
          <p:nvPr>
            <p:ph type="ctrTitle" idx="4294967295"/>
          </p:nvPr>
        </p:nvSpPr>
        <p:spPr>
          <a:xfrm>
            <a:off x="1097280" y="325550"/>
            <a:ext cx="10058400" cy="3574778"/>
          </a:xfrm>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a:solidFill>
                  <a:srgbClr val="FFFFFF"/>
                </a:solidFill>
              </a:rPr>
              <a:t>Thank You</a:t>
            </a:r>
          </a:p>
        </p:txBody>
      </p:sp>
    </p:spTree>
    <p:extLst>
      <p:ext uri="{BB962C8B-B14F-4D97-AF65-F5344CB8AC3E}">
        <p14:creationId xmlns:p14="http://schemas.microsoft.com/office/powerpoint/2010/main" val="2181338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Microlise 1">
      <a:dk1>
        <a:srgbClr val="151D24"/>
      </a:dk1>
      <a:lt1>
        <a:srgbClr val="FFFFFF"/>
      </a:lt1>
      <a:dk2>
        <a:srgbClr val="152644"/>
      </a:dk2>
      <a:lt2>
        <a:srgbClr val="DEDEDE"/>
      </a:lt2>
      <a:accent1>
        <a:srgbClr val="01CBDE"/>
      </a:accent1>
      <a:accent2>
        <a:srgbClr val="DCFF66"/>
      </a:accent2>
      <a:accent3>
        <a:srgbClr val="ED4956"/>
      </a:accent3>
      <a:accent4>
        <a:srgbClr val="F99D4C"/>
      </a:accent4>
      <a:accent5>
        <a:srgbClr val="FFD059"/>
      </a:accent5>
      <a:accent6>
        <a:srgbClr val="00B683"/>
      </a:accent6>
      <a:hlink>
        <a:srgbClr val="787DB8"/>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8FEB7D-CD16-4E32-97B9-BD426FB98EB5}">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1222</TotalTime>
  <Words>1414</Words>
  <Application>Microsoft Office PowerPoint</Application>
  <PresentationFormat>Widescreen</PresentationFormat>
  <Paragraphs>287</Paragraphs>
  <Slides>20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Archia</vt:lpstr>
      <vt:lpstr>Arial</vt:lpstr>
      <vt:lpstr>Calibri</vt:lpstr>
      <vt:lpstr>Calibri Light</vt:lpstr>
      <vt:lpstr>DM Sans</vt:lpstr>
      <vt:lpstr>Outfit Light</vt:lpstr>
      <vt:lpstr>Office Theme</vt:lpstr>
      <vt:lpstr>Custom Design</vt:lpstr>
      <vt:lpstr>Pipeline Patterns and Antipatterns</vt:lpstr>
      <vt:lpstr>Agenda</vt:lpstr>
      <vt:lpstr>Let’s start</vt:lpstr>
      <vt:lpstr>#1 Anti-Pattern – The Ritual</vt:lpstr>
      <vt:lpstr>The right pipeline for the job</vt:lpstr>
      <vt:lpstr>#2 Conditional pipeline steps</vt:lpstr>
      <vt:lpstr>Conditional pipeline steps</vt:lpstr>
      <vt:lpstr>#3 Anti-Pattern – The Aesthete</vt:lpstr>
      <vt:lpstr>Failing fast</vt:lpstr>
      <vt:lpstr>#4 Anti-Pattern – The one pipeline</vt:lpstr>
      <vt:lpstr>Parallel pipelines</vt:lpstr>
      <vt:lpstr>Parallel pipelines</vt:lpstr>
      <vt:lpstr>Parallel pipelines</vt:lpstr>
      <vt:lpstr>#5 Anti-Pattern – Gift wrapping</vt:lpstr>
      <vt:lpstr>Gift wrapping</vt:lpstr>
      <vt:lpstr>#6 Composable pipeline library</vt:lpstr>
      <vt:lpstr>#7 Anti-Pattern: Entangled</vt:lpstr>
      <vt:lpstr>CI/CD Antipatterns for K8s</vt:lpstr>
      <vt:lpstr>Any Questions?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Anish Jain</dc:creator>
  <cp:lastModifiedBy>Anish Jain</cp:lastModifiedBy>
  <cp:revision>67</cp:revision>
  <dcterms:created xsi:type="dcterms:W3CDTF">2024-11-02T05:52:33Z</dcterms:created>
  <dcterms:modified xsi:type="dcterms:W3CDTF">2025-12-06T06:40:32Z</dcterms:modified>
</cp:coreProperties>
</file>