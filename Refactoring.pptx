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2" r:id="rId5"/>
  </p:sldMasterIdLst>
  <p:notesMasterIdLst>
    <p:notesMasterId r:id="rId25"/>
  </p:notesMasterIdLst>
  <p:sldIdLst>
    <p:sldId id="7882" r:id="rId6"/>
    <p:sldId id="8075" r:id="rId7"/>
    <p:sldId id="8086" r:id="rId8"/>
    <p:sldId id="8087" r:id="rId9"/>
    <p:sldId id="8088" r:id="rId10"/>
    <p:sldId id="8089" r:id="rId11"/>
    <p:sldId id="8084" r:id="rId12"/>
    <p:sldId id="8085" r:id="rId13"/>
    <p:sldId id="8090" r:id="rId14"/>
    <p:sldId id="8091" r:id="rId15"/>
    <p:sldId id="8092" r:id="rId16"/>
    <p:sldId id="8093" r:id="rId17"/>
    <p:sldId id="8098" r:id="rId18"/>
    <p:sldId id="8097" r:id="rId19"/>
    <p:sldId id="8096" r:id="rId20"/>
    <p:sldId id="8076" r:id="rId21"/>
    <p:sldId id="8034" r:id="rId22"/>
    <p:sldId id="8037" r:id="rId23"/>
    <p:sldId id="801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3" autoAdjust="0"/>
  </p:normalViewPr>
  <p:slideViewPr>
    <p:cSldViewPr snapToGrid="0">
      <p:cViewPr varScale="1">
        <p:scale>
          <a:sx n="75" d="100"/>
          <a:sy n="75" d="100"/>
        </p:scale>
        <p:origin x="96"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A3CA29-C67C-486E-8BDC-44D9B1ECF29D}" type="datetimeFigureOut">
              <a:rPr lang="en-IN" smtClean="0"/>
              <a:t>06-12-2025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A3EF77-555D-41DE-A4A4-D637ED01456D}" type="slidenum">
              <a:rPr lang="en-IN" smtClean="0"/>
              <a:t>‹#›</a:t>
            </a:fld>
            <a:endParaRPr lang="en-IN"/>
          </a:p>
        </p:txBody>
      </p:sp>
    </p:spTree>
    <p:extLst>
      <p:ext uri="{BB962C8B-B14F-4D97-AF65-F5344CB8AC3E}">
        <p14:creationId xmlns:p14="http://schemas.microsoft.com/office/powerpoint/2010/main" val="2302785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02298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A3EF77-555D-41DE-A4A4-D637ED01456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7955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A3EF77-555D-41DE-A4A4-D637ED01456D}" type="slidenum">
              <a:rPr lang="en-IN" smtClean="0"/>
              <a:t>18</a:t>
            </a:fld>
            <a:endParaRPr lang="en-IN"/>
          </a:p>
        </p:txBody>
      </p:sp>
    </p:spTree>
    <p:extLst>
      <p:ext uri="{BB962C8B-B14F-4D97-AF65-F5344CB8AC3E}">
        <p14:creationId xmlns:p14="http://schemas.microsoft.com/office/powerpoint/2010/main" val="293978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CEF54-BB2C-AB0E-10ED-834D414EB1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26DCC7-3BAB-B317-8699-C1E5C2CBCE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673D352-5544-F9EE-1433-65E6C56FF7AF}"/>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A41AAB25-110A-CA95-C846-6B37000EC6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0AF1A4-A325-434D-22F9-55DD0D1A5706}"/>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613799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85DFC-D17E-950F-67B9-C9FFE07F28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6683DF-B67E-BC57-F246-4E84CA6FC4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50AA45-F55D-82C6-4CC3-3C03BCF619CC}"/>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1A6685C6-C183-1928-3A22-2A931F7A15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A4D7DD-B8BD-EF81-3F25-CBAFCEA41104}"/>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2210665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5C0DB-0C49-190A-F235-76C2469340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F39FC5B-2864-D6B0-5405-1E96931C73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3EEF16-2B11-7B0F-9301-379304769019}"/>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E620FC4C-7371-DBBB-77C7-AF7D75862C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5D13F3-5EB4-EE60-F903-9E50D280FEFF}"/>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3627157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02C3F-C857-401F-8222-8A9CF9888A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2890BC-E2B8-34EE-0DBC-D64EAF42AE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B655E6-9B43-09C5-E6D2-05D06015E8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ED4BBE3-C77C-CA06-60FE-3248F3E41428}"/>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6" name="Footer Placeholder 5">
            <a:extLst>
              <a:ext uri="{FF2B5EF4-FFF2-40B4-BE49-F238E27FC236}">
                <a16:creationId xmlns:a16="http://schemas.microsoft.com/office/drawing/2014/main" id="{0B95863A-281E-757C-94BC-289FA5737E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ED625F-581F-22A2-6DBC-4D393A492F4E}"/>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2395380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EB66C-8920-FE41-B042-B71DDA7EC24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CFA5DD-4138-E26F-F2D4-B584496AFA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6B224E-EC0E-61B9-F9DD-3FE8F63113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258B65-79D4-2FAA-954F-912CFA2277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621B5A-6249-3EEB-C3CE-74AF725587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3BF3C62-B2A0-A8C6-5C23-EC932428BF2C}"/>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8" name="Footer Placeholder 7">
            <a:extLst>
              <a:ext uri="{FF2B5EF4-FFF2-40B4-BE49-F238E27FC236}">
                <a16:creationId xmlns:a16="http://schemas.microsoft.com/office/drawing/2014/main" id="{3F5F86DE-4882-319C-50E8-0E4525BE730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14C42F-B0B3-FF21-76F2-EB94856510EB}"/>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3504981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18198-E553-6CA9-D594-0E2B7F3FCF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41F770C-96E4-8606-C68E-FB3B6E1B1E79}"/>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4" name="Footer Placeholder 3">
            <a:extLst>
              <a:ext uri="{FF2B5EF4-FFF2-40B4-BE49-F238E27FC236}">
                <a16:creationId xmlns:a16="http://schemas.microsoft.com/office/drawing/2014/main" id="{9A816DEB-0C7C-07E7-819F-28ED758B75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9A473A-4215-9161-5689-C47D3195F3DE}"/>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2767660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81A8D7-7CAE-EAE1-C69A-C36FA39A174A}"/>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3" name="Footer Placeholder 2">
            <a:extLst>
              <a:ext uri="{FF2B5EF4-FFF2-40B4-BE49-F238E27FC236}">
                <a16:creationId xmlns:a16="http://schemas.microsoft.com/office/drawing/2014/main" id="{B86BE38F-27CE-3114-A178-E0B37DE695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5ABC7C-9C59-7A28-CCC7-5FFAF2A911D6}"/>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1758032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D766D-A441-FAE4-A962-F1BACB27A3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5DA6AC-EFE4-98A8-BF8A-BB2206AB1F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C97F64-9616-D189-0339-38630D161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B34959-D2B1-0F00-FE5D-3E68B29A2A8D}"/>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6" name="Footer Placeholder 5">
            <a:extLst>
              <a:ext uri="{FF2B5EF4-FFF2-40B4-BE49-F238E27FC236}">
                <a16:creationId xmlns:a16="http://schemas.microsoft.com/office/drawing/2014/main" id="{13D14195-574A-294B-2032-889B1550A3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663495-D238-5FB4-0EFD-0ED4F97AD111}"/>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3162926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9BC32-E04C-9F20-5888-4BC0B75AC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CDEF2A-8913-DC0D-3DA2-4D271270A0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B1B0F7-092C-BDE4-E8D8-9AC0B3A77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1F3693-D0E5-F59F-5AB8-234F1AD81445}"/>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6" name="Footer Placeholder 5">
            <a:extLst>
              <a:ext uri="{FF2B5EF4-FFF2-40B4-BE49-F238E27FC236}">
                <a16:creationId xmlns:a16="http://schemas.microsoft.com/office/drawing/2014/main" id="{5D5729A9-A201-6ED9-02A3-8ABE2DB0AF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F60A82-2A45-EF92-6BD6-0E862F23CCCE}"/>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924975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FDFCD-B3A3-F81E-D1DB-AE42A6925B7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72F594-4CAA-7C06-B7C4-80964C3087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1AD626-B37A-3C34-9E70-4745F8F413FB}"/>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1264B6B5-801D-EAEC-BC67-40D8FED0A5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B8270C-3975-6798-14CA-F40B65783664}"/>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3842305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E2DF90-F122-3EA2-435A-8B98E04C1C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2D96BD-249D-53AC-2CBB-924EA95583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780FBE-BE6D-4394-8167-DF3E9634BF62}"/>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7BFEA056-E7D3-9002-278C-55E095C112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5E65D6-063B-B228-BD3C-3D73716F2582}"/>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3080353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500103" y="245889"/>
            <a:ext cx="8226803" cy="2387600"/>
          </a:xfrm>
        </p:spPr>
        <p:txBody>
          <a:bodyPr anchor="b"/>
          <a:lstStyle>
            <a:lvl1pPr algn="l">
              <a:defRPr sz="6400">
                <a:solidFill>
                  <a:schemeClr val="tx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500103" y="2965683"/>
            <a:ext cx="7145107" cy="563581"/>
          </a:xfrm>
        </p:spPr>
        <p:txBody>
          <a:bodyPr>
            <a:normAutofit/>
          </a:bodyPr>
          <a:lstStyle>
            <a:lvl1pPr marL="0" indent="0" algn="l">
              <a:buNone/>
              <a:defRPr sz="24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pic>
        <p:nvPicPr>
          <p:cNvPr id="5" name="Graphic 4">
            <a:extLst>
              <a:ext uri="{FF2B5EF4-FFF2-40B4-BE49-F238E27FC236}">
                <a16:creationId xmlns:a16="http://schemas.microsoft.com/office/drawing/2014/main" id="{577308BC-16A6-FE0F-1C94-589D59CB9D1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0103" y="6074695"/>
            <a:ext cx="2438400" cy="308863"/>
          </a:xfrm>
          <a:prstGeom prst="rect">
            <a:avLst/>
          </a:prstGeom>
        </p:spPr>
      </p:pic>
      <p:sp>
        <p:nvSpPr>
          <p:cNvPr id="19" name="Picture Placeholder 18">
            <a:extLst>
              <a:ext uri="{FF2B5EF4-FFF2-40B4-BE49-F238E27FC236}">
                <a16:creationId xmlns:a16="http://schemas.microsoft.com/office/drawing/2014/main" id="{905CE355-F97C-EEBD-8CA6-D3AFCDD6693B}"/>
              </a:ext>
            </a:extLst>
          </p:cNvPr>
          <p:cNvSpPr>
            <a:spLocks noGrp="1"/>
          </p:cNvSpPr>
          <p:nvPr>
            <p:ph type="pic" sz="quarter" idx="10"/>
          </p:nvPr>
        </p:nvSpPr>
        <p:spPr>
          <a:xfrm>
            <a:off x="5564827" y="1456877"/>
            <a:ext cx="6627173" cy="4926681"/>
          </a:xfrm>
          <a:custGeom>
            <a:avLst/>
            <a:gdLst>
              <a:gd name="connsiteX0" fmla="*/ 2214828 w 4970380"/>
              <a:gd name="connsiteY0" fmla="*/ 0 h 3695011"/>
              <a:gd name="connsiteX1" fmla="*/ 3322219 w 4970380"/>
              <a:gd name="connsiteY1" fmla="*/ 0 h 3695011"/>
              <a:gd name="connsiteX2" fmla="*/ 3690426 w 4970380"/>
              <a:gd name="connsiteY2" fmla="*/ 369936 h 3695011"/>
              <a:gd name="connsiteX3" fmla="*/ 3690426 w 4970380"/>
              <a:gd name="connsiteY3" fmla="*/ 1478494 h 3695011"/>
              <a:gd name="connsiteX4" fmla="*/ 4061726 w 4970380"/>
              <a:gd name="connsiteY4" fmla="*/ 1847829 h 3695011"/>
              <a:gd name="connsiteX5" fmla="*/ 4061726 w 4970380"/>
              <a:gd name="connsiteY5" fmla="*/ 1847922 h 3695011"/>
              <a:gd name="connsiteX6" fmla="*/ 4970380 w 4970380"/>
              <a:gd name="connsiteY6" fmla="*/ 1847922 h 3695011"/>
              <a:gd name="connsiteX7" fmla="*/ 4970380 w 4970380"/>
              <a:gd name="connsiteY7" fmla="*/ 3695011 h 3695011"/>
              <a:gd name="connsiteX8" fmla="*/ 4059372 w 4970380"/>
              <a:gd name="connsiteY8" fmla="*/ 3695011 h 3695011"/>
              <a:gd name="connsiteX9" fmla="*/ 3690380 w 4970380"/>
              <a:gd name="connsiteY9" fmla="*/ 3326139 h 3695011"/>
              <a:gd name="connsiteX10" fmla="*/ 3690380 w 4970380"/>
              <a:gd name="connsiteY10" fmla="*/ 2218319 h 3695011"/>
              <a:gd name="connsiteX11" fmla="*/ 3320326 w 4970380"/>
              <a:gd name="connsiteY11" fmla="*/ 1847922 h 3695011"/>
              <a:gd name="connsiteX12" fmla="*/ 2214782 w 4970380"/>
              <a:gd name="connsiteY12" fmla="*/ 1847922 h 3695011"/>
              <a:gd name="connsiteX13" fmla="*/ 1845513 w 4970380"/>
              <a:gd name="connsiteY13" fmla="*/ 2218319 h 3695011"/>
              <a:gd name="connsiteX14" fmla="*/ 1845513 w 4970380"/>
              <a:gd name="connsiteY14" fmla="*/ 3326139 h 3695011"/>
              <a:gd name="connsiteX15" fmla="*/ 1476845 w 4970380"/>
              <a:gd name="connsiteY15" fmla="*/ 3695011 h 3695011"/>
              <a:gd name="connsiteX16" fmla="*/ 369269 w 4970380"/>
              <a:gd name="connsiteY16" fmla="*/ 3695011 h 3695011"/>
              <a:gd name="connsiteX17" fmla="*/ 0 w 4970380"/>
              <a:gd name="connsiteY17" fmla="*/ 3326139 h 3695011"/>
              <a:gd name="connsiteX18" fmla="*/ 0 w 4970380"/>
              <a:gd name="connsiteY18" fmla="*/ 2217210 h 3695011"/>
              <a:gd name="connsiteX19" fmla="*/ 369269 w 4970380"/>
              <a:gd name="connsiteY19" fmla="*/ 1847875 h 3695011"/>
              <a:gd name="connsiteX20" fmla="*/ 1476891 w 4970380"/>
              <a:gd name="connsiteY20" fmla="*/ 1847875 h 3695011"/>
              <a:gd name="connsiteX21" fmla="*/ 1845559 w 4970380"/>
              <a:gd name="connsiteY21" fmla="*/ 1476831 h 3695011"/>
              <a:gd name="connsiteX22" fmla="*/ 1845559 w 4970380"/>
              <a:gd name="connsiteY22" fmla="*/ 369936 h 3695011"/>
              <a:gd name="connsiteX23" fmla="*/ 2214828 w 4970380"/>
              <a:gd name="connsiteY23" fmla="*/ 0 h 369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380" h="3695011">
                <a:moveTo>
                  <a:pt x="2214828" y="0"/>
                </a:moveTo>
                <a:lnTo>
                  <a:pt x="3322219" y="0"/>
                </a:lnTo>
                <a:cubicBezTo>
                  <a:pt x="3525296" y="0"/>
                  <a:pt x="3690426" y="165607"/>
                  <a:pt x="3690426" y="369936"/>
                </a:cubicBezTo>
                <a:lnTo>
                  <a:pt x="3690426" y="1478494"/>
                </a:lnTo>
                <a:cubicBezTo>
                  <a:pt x="3691673" y="1682084"/>
                  <a:pt x="3857587" y="1847044"/>
                  <a:pt x="4061726" y="1847829"/>
                </a:cubicBezTo>
                <a:lnTo>
                  <a:pt x="4061726" y="1847922"/>
                </a:lnTo>
                <a:lnTo>
                  <a:pt x="4970380" y="1847922"/>
                </a:lnTo>
                <a:lnTo>
                  <a:pt x="4970380" y="3695011"/>
                </a:lnTo>
                <a:lnTo>
                  <a:pt x="4059372" y="3695011"/>
                </a:lnTo>
                <a:cubicBezTo>
                  <a:pt x="3855972" y="3695011"/>
                  <a:pt x="3690380" y="3529728"/>
                  <a:pt x="3690380" y="3326139"/>
                </a:cubicBezTo>
                <a:lnTo>
                  <a:pt x="3690380" y="2218319"/>
                </a:lnTo>
                <a:cubicBezTo>
                  <a:pt x="3690380" y="2014591"/>
                  <a:pt x="3525250" y="1848846"/>
                  <a:pt x="3320326" y="1847922"/>
                </a:cubicBezTo>
                <a:lnTo>
                  <a:pt x="2214782" y="1847922"/>
                </a:lnTo>
                <a:cubicBezTo>
                  <a:pt x="2011105" y="1848846"/>
                  <a:pt x="1846160" y="2013529"/>
                  <a:pt x="1845513" y="2218319"/>
                </a:cubicBezTo>
                <a:lnTo>
                  <a:pt x="1845513" y="3326139"/>
                </a:lnTo>
                <a:cubicBezTo>
                  <a:pt x="1845513" y="3529728"/>
                  <a:pt x="1679598" y="3695011"/>
                  <a:pt x="1476845" y="3695011"/>
                </a:cubicBezTo>
                <a:lnTo>
                  <a:pt x="369269" y="3695011"/>
                </a:lnTo>
                <a:cubicBezTo>
                  <a:pt x="164853" y="3695011"/>
                  <a:pt x="0" y="3529728"/>
                  <a:pt x="0" y="3326139"/>
                </a:cubicBezTo>
                <a:lnTo>
                  <a:pt x="0" y="2217210"/>
                </a:lnTo>
                <a:cubicBezTo>
                  <a:pt x="0" y="2013159"/>
                  <a:pt x="164807" y="1847875"/>
                  <a:pt x="369269" y="1847875"/>
                </a:cubicBezTo>
                <a:lnTo>
                  <a:pt x="1476891" y="1847875"/>
                </a:lnTo>
                <a:cubicBezTo>
                  <a:pt x="1680568" y="1847090"/>
                  <a:pt x="1845559" y="1681160"/>
                  <a:pt x="1845559" y="1476831"/>
                </a:cubicBezTo>
                <a:lnTo>
                  <a:pt x="1845559" y="369936"/>
                </a:lnTo>
                <a:cubicBezTo>
                  <a:pt x="1845559" y="165607"/>
                  <a:pt x="2010366" y="0"/>
                  <a:pt x="2214828"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3917533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Just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EAD93-1930-9CE4-92F9-CB4BBA81341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2F8836D-CD11-8E19-E371-1C055D33C9D8}"/>
              </a:ext>
            </a:extLst>
          </p:cNvPr>
          <p:cNvSpPr>
            <a:spLocks noGrp="1"/>
          </p:cNvSpPr>
          <p:nvPr>
            <p:ph type="dt" idx="10"/>
          </p:nvPr>
        </p:nvSpPr>
        <p:spPr/>
        <p:txBody>
          <a:bodyPr/>
          <a:lstStyle/>
          <a:p>
            <a:fld id="{635A415D-2F1F-B143-BA62-6BABD16E70A1}" type="datetime1">
              <a:rPr lang="en-GB" smtClean="0"/>
              <a:t>06/12/2025</a:t>
            </a:fld>
            <a:endParaRPr lang="en-GB"/>
          </a:p>
        </p:txBody>
      </p:sp>
      <p:sp>
        <p:nvSpPr>
          <p:cNvPr id="4" name="Slide Number Placeholder 3">
            <a:extLst>
              <a:ext uri="{FF2B5EF4-FFF2-40B4-BE49-F238E27FC236}">
                <a16:creationId xmlns:a16="http://schemas.microsoft.com/office/drawing/2014/main" id="{217D6451-A3A9-4898-B96A-F430C3032798}"/>
              </a:ext>
            </a:extLst>
          </p:cNvPr>
          <p:cNvSpPr>
            <a:spLocks noGrp="1"/>
          </p:cNvSpPr>
          <p:nvPr>
            <p:ph type="sldNum" idx="11"/>
          </p:nvPr>
        </p:nvSpPr>
        <p:spPr/>
        <p:txBody>
          <a:bodyPr/>
          <a:lstStyle>
            <a:lvl1pPr algn="r">
              <a:defRPr/>
            </a:lvl1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A47ACEE6-6DDC-172B-7E6A-1F5B9901B8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4268463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65640B-18BE-F499-9E93-F03ED27A842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500103" y="245889"/>
            <a:ext cx="9144000" cy="2387600"/>
          </a:xfrm>
        </p:spPr>
        <p:txBody>
          <a:bodyPr anchor="b"/>
          <a:lstStyle>
            <a:lvl1pPr algn="l">
              <a:defRPr sz="64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500103" y="2965682"/>
            <a:ext cx="9144000" cy="1655233"/>
          </a:xfrm>
        </p:spPr>
        <p:txBody>
          <a:bodyPr>
            <a:normAutofit/>
          </a:bodyPr>
          <a:lstStyle>
            <a:lvl1pPr marL="0" indent="0" algn="l">
              <a:buNone/>
              <a:defRPr sz="24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pic>
        <p:nvPicPr>
          <p:cNvPr id="10" name="Graphic 9">
            <a:extLst>
              <a:ext uri="{FF2B5EF4-FFF2-40B4-BE49-F238E27FC236}">
                <a16:creationId xmlns:a16="http://schemas.microsoft.com/office/drawing/2014/main" id="{53CDAB6F-9CDA-C09A-F754-FDAC6DF5F9F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0103" y="6074695"/>
            <a:ext cx="2438400" cy="308864"/>
          </a:xfrm>
          <a:prstGeom prst="rect">
            <a:avLst/>
          </a:prstGeom>
        </p:spPr>
      </p:pic>
    </p:spTree>
    <p:extLst>
      <p:ext uri="{BB962C8B-B14F-4D97-AF65-F5344CB8AC3E}">
        <p14:creationId xmlns:p14="http://schemas.microsoft.com/office/powerpoint/2010/main" val="3022427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Ima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500103" y="245889"/>
            <a:ext cx="9144000" cy="2387600"/>
          </a:xfrm>
        </p:spPr>
        <p:txBody>
          <a:bodyPr anchor="b"/>
          <a:lstStyle>
            <a:lvl1pPr algn="l">
              <a:defRPr sz="64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500103" y="2965682"/>
            <a:ext cx="3670845" cy="1655233"/>
          </a:xfrm>
        </p:spPr>
        <p:txBody>
          <a:bodyPr>
            <a:normAutofit/>
          </a:bodyPr>
          <a:lstStyle>
            <a:lvl1pPr marL="0" indent="0" algn="l">
              <a:buNone/>
              <a:defRPr sz="24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pic>
        <p:nvPicPr>
          <p:cNvPr id="10" name="Graphic 9">
            <a:extLst>
              <a:ext uri="{FF2B5EF4-FFF2-40B4-BE49-F238E27FC236}">
                <a16:creationId xmlns:a16="http://schemas.microsoft.com/office/drawing/2014/main" id="{53CDAB6F-9CDA-C09A-F754-FDAC6DF5F9F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0103" y="6074695"/>
            <a:ext cx="2438400" cy="308864"/>
          </a:xfrm>
          <a:prstGeom prst="rect">
            <a:avLst/>
          </a:prstGeom>
        </p:spPr>
      </p:pic>
    </p:spTree>
    <p:extLst>
      <p:ext uri="{BB962C8B-B14F-4D97-AF65-F5344CB8AC3E}">
        <p14:creationId xmlns:p14="http://schemas.microsoft.com/office/powerpoint/2010/main" val="1449011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500103" y="245889"/>
            <a:ext cx="8226803" cy="2387600"/>
          </a:xfrm>
        </p:spPr>
        <p:txBody>
          <a:bodyPr anchor="b"/>
          <a:lstStyle>
            <a:lvl1pPr algn="l">
              <a:defRPr sz="6400">
                <a:solidFill>
                  <a:schemeClr val="tx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500103" y="2965683"/>
            <a:ext cx="7145107" cy="563581"/>
          </a:xfrm>
        </p:spPr>
        <p:txBody>
          <a:bodyPr>
            <a:normAutofit/>
          </a:bodyPr>
          <a:lstStyle>
            <a:lvl1pPr marL="0" indent="0" algn="l">
              <a:buNone/>
              <a:defRPr sz="24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pic>
        <p:nvPicPr>
          <p:cNvPr id="5" name="Graphic 4">
            <a:extLst>
              <a:ext uri="{FF2B5EF4-FFF2-40B4-BE49-F238E27FC236}">
                <a16:creationId xmlns:a16="http://schemas.microsoft.com/office/drawing/2014/main" id="{577308BC-16A6-FE0F-1C94-589D59CB9D1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0103" y="6074695"/>
            <a:ext cx="2438400" cy="308863"/>
          </a:xfrm>
          <a:prstGeom prst="rect">
            <a:avLst/>
          </a:prstGeom>
        </p:spPr>
      </p:pic>
      <p:sp>
        <p:nvSpPr>
          <p:cNvPr id="19" name="Picture Placeholder 18">
            <a:extLst>
              <a:ext uri="{FF2B5EF4-FFF2-40B4-BE49-F238E27FC236}">
                <a16:creationId xmlns:a16="http://schemas.microsoft.com/office/drawing/2014/main" id="{905CE355-F97C-EEBD-8CA6-D3AFCDD6693B}"/>
              </a:ext>
            </a:extLst>
          </p:cNvPr>
          <p:cNvSpPr>
            <a:spLocks noGrp="1"/>
          </p:cNvSpPr>
          <p:nvPr>
            <p:ph type="pic" sz="quarter" idx="10"/>
          </p:nvPr>
        </p:nvSpPr>
        <p:spPr>
          <a:xfrm>
            <a:off x="5564827" y="1456877"/>
            <a:ext cx="6627173" cy="4926681"/>
          </a:xfrm>
          <a:custGeom>
            <a:avLst/>
            <a:gdLst>
              <a:gd name="connsiteX0" fmla="*/ 2214828 w 4970380"/>
              <a:gd name="connsiteY0" fmla="*/ 0 h 3695011"/>
              <a:gd name="connsiteX1" fmla="*/ 3322219 w 4970380"/>
              <a:gd name="connsiteY1" fmla="*/ 0 h 3695011"/>
              <a:gd name="connsiteX2" fmla="*/ 3690426 w 4970380"/>
              <a:gd name="connsiteY2" fmla="*/ 369936 h 3695011"/>
              <a:gd name="connsiteX3" fmla="*/ 3690426 w 4970380"/>
              <a:gd name="connsiteY3" fmla="*/ 1478494 h 3695011"/>
              <a:gd name="connsiteX4" fmla="*/ 4061726 w 4970380"/>
              <a:gd name="connsiteY4" fmla="*/ 1847829 h 3695011"/>
              <a:gd name="connsiteX5" fmla="*/ 4061726 w 4970380"/>
              <a:gd name="connsiteY5" fmla="*/ 1847922 h 3695011"/>
              <a:gd name="connsiteX6" fmla="*/ 4970380 w 4970380"/>
              <a:gd name="connsiteY6" fmla="*/ 1847922 h 3695011"/>
              <a:gd name="connsiteX7" fmla="*/ 4970380 w 4970380"/>
              <a:gd name="connsiteY7" fmla="*/ 3695011 h 3695011"/>
              <a:gd name="connsiteX8" fmla="*/ 4059372 w 4970380"/>
              <a:gd name="connsiteY8" fmla="*/ 3695011 h 3695011"/>
              <a:gd name="connsiteX9" fmla="*/ 3690380 w 4970380"/>
              <a:gd name="connsiteY9" fmla="*/ 3326139 h 3695011"/>
              <a:gd name="connsiteX10" fmla="*/ 3690380 w 4970380"/>
              <a:gd name="connsiteY10" fmla="*/ 2218319 h 3695011"/>
              <a:gd name="connsiteX11" fmla="*/ 3320326 w 4970380"/>
              <a:gd name="connsiteY11" fmla="*/ 1847922 h 3695011"/>
              <a:gd name="connsiteX12" fmla="*/ 2214782 w 4970380"/>
              <a:gd name="connsiteY12" fmla="*/ 1847922 h 3695011"/>
              <a:gd name="connsiteX13" fmla="*/ 1845513 w 4970380"/>
              <a:gd name="connsiteY13" fmla="*/ 2218319 h 3695011"/>
              <a:gd name="connsiteX14" fmla="*/ 1845513 w 4970380"/>
              <a:gd name="connsiteY14" fmla="*/ 3326139 h 3695011"/>
              <a:gd name="connsiteX15" fmla="*/ 1476845 w 4970380"/>
              <a:gd name="connsiteY15" fmla="*/ 3695011 h 3695011"/>
              <a:gd name="connsiteX16" fmla="*/ 369269 w 4970380"/>
              <a:gd name="connsiteY16" fmla="*/ 3695011 h 3695011"/>
              <a:gd name="connsiteX17" fmla="*/ 0 w 4970380"/>
              <a:gd name="connsiteY17" fmla="*/ 3326139 h 3695011"/>
              <a:gd name="connsiteX18" fmla="*/ 0 w 4970380"/>
              <a:gd name="connsiteY18" fmla="*/ 2217210 h 3695011"/>
              <a:gd name="connsiteX19" fmla="*/ 369269 w 4970380"/>
              <a:gd name="connsiteY19" fmla="*/ 1847875 h 3695011"/>
              <a:gd name="connsiteX20" fmla="*/ 1476891 w 4970380"/>
              <a:gd name="connsiteY20" fmla="*/ 1847875 h 3695011"/>
              <a:gd name="connsiteX21" fmla="*/ 1845559 w 4970380"/>
              <a:gd name="connsiteY21" fmla="*/ 1476831 h 3695011"/>
              <a:gd name="connsiteX22" fmla="*/ 1845559 w 4970380"/>
              <a:gd name="connsiteY22" fmla="*/ 369936 h 3695011"/>
              <a:gd name="connsiteX23" fmla="*/ 2214828 w 4970380"/>
              <a:gd name="connsiteY23" fmla="*/ 0 h 369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380" h="3695011">
                <a:moveTo>
                  <a:pt x="2214828" y="0"/>
                </a:moveTo>
                <a:lnTo>
                  <a:pt x="3322219" y="0"/>
                </a:lnTo>
                <a:cubicBezTo>
                  <a:pt x="3525296" y="0"/>
                  <a:pt x="3690426" y="165607"/>
                  <a:pt x="3690426" y="369936"/>
                </a:cubicBezTo>
                <a:lnTo>
                  <a:pt x="3690426" y="1478494"/>
                </a:lnTo>
                <a:cubicBezTo>
                  <a:pt x="3691673" y="1682084"/>
                  <a:pt x="3857587" y="1847044"/>
                  <a:pt x="4061726" y="1847829"/>
                </a:cubicBezTo>
                <a:lnTo>
                  <a:pt x="4061726" y="1847922"/>
                </a:lnTo>
                <a:lnTo>
                  <a:pt x="4970380" y="1847922"/>
                </a:lnTo>
                <a:lnTo>
                  <a:pt x="4970380" y="3695011"/>
                </a:lnTo>
                <a:lnTo>
                  <a:pt x="4059372" y="3695011"/>
                </a:lnTo>
                <a:cubicBezTo>
                  <a:pt x="3855972" y="3695011"/>
                  <a:pt x="3690380" y="3529728"/>
                  <a:pt x="3690380" y="3326139"/>
                </a:cubicBezTo>
                <a:lnTo>
                  <a:pt x="3690380" y="2218319"/>
                </a:lnTo>
                <a:cubicBezTo>
                  <a:pt x="3690380" y="2014591"/>
                  <a:pt x="3525250" y="1848846"/>
                  <a:pt x="3320326" y="1847922"/>
                </a:cubicBezTo>
                <a:lnTo>
                  <a:pt x="2214782" y="1847922"/>
                </a:lnTo>
                <a:cubicBezTo>
                  <a:pt x="2011105" y="1848846"/>
                  <a:pt x="1846160" y="2013529"/>
                  <a:pt x="1845513" y="2218319"/>
                </a:cubicBezTo>
                <a:lnTo>
                  <a:pt x="1845513" y="3326139"/>
                </a:lnTo>
                <a:cubicBezTo>
                  <a:pt x="1845513" y="3529728"/>
                  <a:pt x="1679598" y="3695011"/>
                  <a:pt x="1476845" y="3695011"/>
                </a:cubicBezTo>
                <a:lnTo>
                  <a:pt x="369269" y="3695011"/>
                </a:lnTo>
                <a:cubicBezTo>
                  <a:pt x="164853" y="3695011"/>
                  <a:pt x="0" y="3529728"/>
                  <a:pt x="0" y="3326139"/>
                </a:cubicBezTo>
                <a:lnTo>
                  <a:pt x="0" y="2217210"/>
                </a:lnTo>
                <a:cubicBezTo>
                  <a:pt x="0" y="2013159"/>
                  <a:pt x="164807" y="1847875"/>
                  <a:pt x="369269" y="1847875"/>
                </a:cubicBezTo>
                <a:lnTo>
                  <a:pt x="1476891" y="1847875"/>
                </a:lnTo>
                <a:cubicBezTo>
                  <a:pt x="1680568" y="1847090"/>
                  <a:pt x="1845559" y="1681160"/>
                  <a:pt x="1845559" y="1476831"/>
                </a:cubicBezTo>
                <a:lnTo>
                  <a:pt x="1845559" y="369936"/>
                </a:lnTo>
                <a:cubicBezTo>
                  <a:pt x="1845559" y="165607"/>
                  <a:pt x="2010366" y="0"/>
                  <a:pt x="2214828"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135784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65640B-18BE-F499-9E93-F03ED27A842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500103" y="245889"/>
            <a:ext cx="9144000" cy="2387600"/>
          </a:xfrm>
        </p:spPr>
        <p:txBody>
          <a:bodyPr anchor="b"/>
          <a:lstStyle>
            <a:lvl1pPr algn="l">
              <a:defRPr sz="64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500103" y="2965682"/>
            <a:ext cx="9144000" cy="1655233"/>
          </a:xfrm>
        </p:spPr>
        <p:txBody>
          <a:bodyPr>
            <a:normAutofit/>
          </a:bodyPr>
          <a:lstStyle>
            <a:lvl1pPr marL="0" indent="0" algn="l">
              <a:buNone/>
              <a:defRPr sz="24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pic>
        <p:nvPicPr>
          <p:cNvPr id="10" name="Graphic 9">
            <a:extLst>
              <a:ext uri="{FF2B5EF4-FFF2-40B4-BE49-F238E27FC236}">
                <a16:creationId xmlns:a16="http://schemas.microsoft.com/office/drawing/2014/main" id="{53CDAB6F-9CDA-C09A-F754-FDAC6DF5F9F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0103" y="6074695"/>
            <a:ext cx="2438400" cy="308864"/>
          </a:xfrm>
          <a:prstGeom prst="rect">
            <a:avLst/>
          </a:prstGeom>
        </p:spPr>
      </p:pic>
    </p:spTree>
    <p:extLst>
      <p:ext uri="{BB962C8B-B14F-4D97-AF65-F5344CB8AC3E}">
        <p14:creationId xmlns:p14="http://schemas.microsoft.com/office/powerpoint/2010/main" val="5141455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Ima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500103" y="245889"/>
            <a:ext cx="9144000" cy="2387600"/>
          </a:xfrm>
        </p:spPr>
        <p:txBody>
          <a:bodyPr anchor="b"/>
          <a:lstStyle>
            <a:lvl1pPr algn="l">
              <a:defRPr sz="64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500103" y="2965682"/>
            <a:ext cx="3670845" cy="1655233"/>
          </a:xfrm>
        </p:spPr>
        <p:txBody>
          <a:bodyPr>
            <a:normAutofit/>
          </a:bodyPr>
          <a:lstStyle>
            <a:lvl1pPr marL="0" indent="0" algn="l">
              <a:buNone/>
              <a:defRPr sz="24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pic>
        <p:nvPicPr>
          <p:cNvPr id="10" name="Graphic 9">
            <a:extLst>
              <a:ext uri="{FF2B5EF4-FFF2-40B4-BE49-F238E27FC236}">
                <a16:creationId xmlns:a16="http://schemas.microsoft.com/office/drawing/2014/main" id="{53CDAB6F-9CDA-C09A-F754-FDAC6DF5F9F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0103" y="6074695"/>
            <a:ext cx="2438400" cy="308864"/>
          </a:xfrm>
          <a:prstGeom prst="rect">
            <a:avLst/>
          </a:prstGeom>
        </p:spPr>
      </p:pic>
    </p:spTree>
    <p:extLst>
      <p:ext uri="{BB962C8B-B14F-4D97-AF65-F5344CB8AC3E}">
        <p14:creationId xmlns:p14="http://schemas.microsoft.com/office/powerpoint/2010/main" val="31900935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500103" y="245889"/>
            <a:ext cx="8226803" cy="2387600"/>
          </a:xfrm>
        </p:spPr>
        <p:txBody>
          <a:bodyPr anchor="b"/>
          <a:lstStyle>
            <a:lvl1pPr algn="l">
              <a:defRPr sz="6400">
                <a:solidFill>
                  <a:schemeClr val="tx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500103" y="2965683"/>
            <a:ext cx="7145107" cy="563581"/>
          </a:xfrm>
        </p:spPr>
        <p:txBody>
          <a:bodyPr>
            <a:normAutofit/>
          </a:bodyPr>
          <a:lstStyle>
            <a:lvl1pPr marL="0" indent="0" algn="l">
              <a:buNone/>
              <a:defRPr sz="24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pic>
        <p:nvPicPr>
          <p:cNvPr id="5" name="Graphic 4">
            <a:extLst>
              <a:ext uri="{FF2B5EF4-FFF2-40B4-BE49-F238E27FC236}">
                <a16:creationId xmlns:a16="http://schemas.microsoft.com/office/drawing/2014/main" id="{577308BC-16A6-FE0F-1C94-589D59CB9D1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0103" y="6074695"/>
            <a:ext cx="2438400" cy="308863"/>
          </a:xfrm>
          <a:prstGeom prst="rect">
            <a:avLst/>
          </a:prstGeom>
        </p:spPr>
      </p:pic>
      <p:sp>
        <p:nvSpPr>
          <p:cNvPr id="19" name="Picture Placeholder 18">
            <a:extLst>
              <a:ext uri="{FF2B5EF4-FFF2-40B4-BE49-F238E27FC236}">
                <a16:creationId xmlns:a16="http://schemas.microsoft.com/office/drawing/2014/main" id="{905CE355-F97C-EEBD-8CA6-D3AFCDD6693B}"/>
              </a:ext>
            </a:extLst>
          </p:cNvPr>
          <p:cNvSpPr>
            <a:spLocks noGrp="1"/>
          </p:cNvSpPr>
          <p:nvPr>
            <p:ph type="pic" sz="quarter" idx="10"/>
          </p:nvPr>
        </p:nvSpPr>
        <p:spPr>
          <a:xfrm>
            <a:off x="5564827" y="1456877"/>
            <a:ext cx="6627173" cy="4926681"/>
          </a:xfrm>
          <a:custGeom>
            <a:avLst/>
            <a:gdLst>
              <a:gd name="connsiteX0" fmla="*/ 2214828 w 4970380"/>
              <a:gd name="connsiteY0" fmla="*/ 0 h 3695011"/>
              <a:gd name="connsiteX1" fmla="*/ 3322219 w 4970380"/>
              <a:gd name="connsiteY1" fmla="*/ 0 h 3695011"/>
              <a:gd name="connsiteX2" fmla="*/ 3690426 w 4970380"/>
              <a:gd name="connsiteY2" fmla="*/ 369936 h 3695011"/>
              <a:gd name="connsiteX3" fmla="*/ 3690426 w 4970380"/>
              <a:gd name="connsiteY3" fmla="*/ 1478494 h 3695011"/>
              <a:gd name="connsiteX4" fmla="*/ 4061726 w 4970380"/>
              <a:gd name="connsiteY4" fmla="*/ 1847829 h 3695011"/>
              <a:gd name="connsiteX5" fmla="*/ 4061726 w 4970380"/>
              <a:gd name="connsiteY5" fmla="*/ 1847922 h 3695011"/>
              <a:gd name="connsiteX6" fmla="*/ 4970380 w 4970380"/>
              <a:gd name="connsiteY6" fmla="*/ 1847922 h 3695011"/>
              <a:gd name="connsiteX7" fmla="*/ 4970380 w 4970380"/>
              <a:gd name="connsiteY7" fmla="*/ 3695011 h 3695011"/>
              <a:gd name="connsiteX8" fmla="*/ 4059372 w 4970380"/>
              <a:gd name="connsiteY8" fmla="*/ 3695011 h 3695011"/>
              <a:gd name="connsiteX9" fmla="*/ 3690380 w 4970380"/>
              <a:gd name="connsiteY9" fmla="*/ 3326139 h 3695011"/>
              <a:gd name="connsiteX10" fmla="*/ 3690380 w 4970380"/>
              <a:gd name="connsiteY10" fmla="*/ 2218319 h 3695011"/>
              <a:gd name="connsiteX11" fmla="*/ 3320326 w 4970380"/>
              <a:gd name="connsiteY11" fmla="*/ 1847922 h 3695011"/>
              <a:gd name="connsiteX12" fmla="*/ 2214782 w 4970380"/>
              <a:gd name="connsiteY12" fmla="*/ 1847922 h 3695011"/>
              <a:gd name="connsiteX13" fmla="*/ 1845513 w 4970380"/>
              <a:gd name="connsiteY13" fmla="*/ 2218319 h 3695011"/>
              <a:gd name="connsiteX14" fmla="*/ 1845513 w 4970380"/>
              <a:gd name="connsiteY14" fmla="*/ 3326139 h 3695011"/>
              <a:gd name="connsiteX15" fmla="*/ 1476845 w 4970380"/>
              <a:gd name="connsiteY15" fmla="*/ 3695011 h 3695011"/>
              <a:gd name="connsiteX16" fmla="*/ 369269 w 4970380"/>
              <a:gd name="connsiteY16" fmla="*/ 3695011 h 3695011"/>
              <a:gd name="connsiteX17" fmla="*/ 0 w 4970380"/>
              <a:gd name="connsiteY17" fmla="*/ 3326139 h 3695011"/>
              <a:gd name="connsiteX18" fmla="*/ 0 w 4970380"/>
              <a:gd name="connsiteY18" fmla="*/ 2217210 h 3695011"/>
              <a:gd name="connsiteX19" fmla="*/ 369269 w 4970380"/>
              <a:gd name="connsiteY19" fmla="*/ 1847875 h 3695011"/>
              <a:gd name="connsiteX20" fmla="*/ 1476891 w 4970380"/>
              <a:gd name="connsiteY20" fmla="*/ 1847875 h 3695011"/>
              <a:gd name="connsiteX21" fmla="*/ 1845559 w 4970380"/>
              <a:gd name="connsiteY21" fmla="*/ 1476831 h 3695011"/>
              <a:gd name="connsiteX22" fmla="*/ 1845559 w 4970380"/>
              <a:gd name="connsiteY22" fmla="*/ 369936 h 3695011"/>
              <a:gd name="connsiteX23" fmla="*/ 2214828 w 4970380"/>
              <a:gd name="connsiteY23" fmla="*/ 0 h 369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380" h="3695011">
                <a:moveTo>
                  <a:pt x="2214828" y="0"/>
                </a:moveTo>
                <a:lnTo>
                  <a:pt x="3322219" y="0"/>
                </a:lnTo>
                <a:cubicBezTo>
                  <a:pt x="3525296" y="0"/>
                  <a:pt x="3690426" y="165607"/>
                  <a:pt x="3690426" y="369936"/>
                </a:cubicBezTo>
                <a:lnTo>
                  <a:pt x="3690426" y="1478494"/>
                </a:lnTo>
                <a:cubicBezTo>
                  <a:pt x="3691673" y="1682084"/>
                  <a:pt x="3857587" y="1847044"/>
                  <a:pt x="4061726" y="1847829"/>
                </a:cubicBezTo>
                <a:lnTo>
                  <a:pt x="4061726" y="1847922"/>
                </a:lnTo>
                <a:lnTo>
                  <a:pt x="4970380" y="1847922"/>
                </a:lnTo>
                <a:lnTo>
                  <a:pt x="4970380" y="3695011"/>
                </a:lnTo>
                <a:lnTo>
                  <a:pt x="4059372" y="3695011"/>
                </a:lnTo>
                <a:cubicBezTo>
                  <a:pt x="3855972" y="3695011"/>
                  <a:pt x="3690380" y="3529728"/>
                  <a:pt x="3690380" y="3326139"/>
                </a:cubicBezTo>
                <a:lnTo>
                  <a:pt x="3690380" y="2218319"/>
                </a:lnTo>
                <a:cubicBezTo>
                  <a:pt x="3690380" y="2014591"/>
                  <a:pt x="3525250" y="1848846"/>
                  <a:pt x="3320326" y="1847922"/>
                </a:cubicBezTo>
                <a:lnTo>
                  <a:pt x="2214782" y="1847922"/>
                </a:lnTo>
                <a:cubicBezTo>
                  <a:pt x="2011105" y="1848846"/>
                  <a:pt x="1846160" y="2013529"/>
                  <a:pt x="1845513" y="2218319"/>
                </a:cubicBezTo>
                <a:lnTo>
                  <a:pt x="1845513" y="3326139"/>
                </a:lnTo>
                <a:cubicBezTo>
                  <a:pt x="1845513" y="3529728"/>
                  <a:pt x="1679598" y="3695011"/>
                  <a:pt x="1476845" y="3695011"/>
                </a:cubicBezTo>
                <a:lnTo>
                  <a:pt x="369269" y="3695011"/>
                </a:lnTo>
                <a:cubicBezTo>
                  <a:pt x="164853" y="3695011"/>
                  <a:pt x="0" y="3529728"/>
                  <a:pt x="0" y="3326139"/>
                </a:cubicBezTo>
                <a:lnTo>
                  <a:pt x="0" y="2217210"/>
                </a:lnTo>
                <a:cubicBezTo>
                  <a:pt x="0" y="2013159"/>
                  <a:pt x="164807" y="1847875"/>
                  <a:pt x="369269" y="1847875"/>
                </a:cubicBezTo>
                <a:lnTo>
                  <a:pt x="1476891" y="1847875"/>
                </a:lnTo>
                <a:cubicBezTo>
                  <a:pt x="1680568" y="1847090"/>
                  <a:pt x="1845559" y="1681160"/>
                  <a:pt x="1845559" y="1476831"/>
                </a:cubicBezTo>
                <a:lnTo>
                  <a:pt x="1845559" y="369936"/>
                </a:lnTo>
                <a:cubicBezTo>
                  <a:pt x="1845559" y="165607"/>
                  <a:pt x="2010366" y="0"/>
                  <a:pt x="2214828"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29858313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500103" y="1826684"/>
            <a:ext cx="10515600" cy="434974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p>
            <a:fld id="{43AE0025-1574-D642-8EE0-174E1486F67F}"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34370710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lvl1pPr>
              <a:defRPr>
                <a:solidFill>
                  <a:schemeClr val="tx1"/>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tx1"/>
                </a:solidFill>
              </a:defRPr>
            </a:lvl1pPr>
          </a:lstStyle>
          <a:p>
            <a:fld id="{7064ED63-6F5C-5942-83E2-082A9F04AE53}"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tx1"/>
                </a:solidFill>
              </a:defRPr>
            </a:lvl1pPr>
          </a:lstStyle>
          <a:p>
            <a:fld id="{CC0CD38E-35A1-2247-B55D-C6626AF9BA09}" type="slidenum">
              <a:rPr lang="en-US" smtClean="0"/>
              <a:pPr/>
              <a:t>‹#›</a:t>
            </a:fld>
            <a:endParaRPr lang="en-US"/>
          </a:p>
        </p:txBody>
      </p:sp>
      <p:pic>
        <p:nvPicPr>
          <p:cNvPr id="9" name="Picture 8">
            <a:extLst>
              <a:ext uri="{FF2B5EF4-FFF2-40B4-BE49-F238E27FC236}">
                <a16:creationId xmlns:a16="http://schemas.microsoft.com/office/drawing/2014/main" id="{21AFCFC0-61CB-5669-F6FB-6544D710AC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3059" y="6074827"/>
            <a:ext cx="728100" cy="308043"/>
          </a:xfrm>
          <a:prstGeom prst="rect">
            <a:avLst/>
          </a:prstGeom>
        </p:spPr>
      </p:pic>
    </p:spTree>
    <p:extLst>
      <p:ext uri="{BB962C8B-B14F-4D97-AF65-F5344CB8AC3E}">
        <p14:creationId xmlns:p14="http://schemas.microsoft.com/office/powerpoint/2010/main" val="24237167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Dark">
    <p:bg>
      <p:bgPr>
        <a:gradFill>
          <a:gsLst>
            <a:gs pos="53000">
              <a:schemeClr val="tx1"/>
            </a:gs>
            <a:gs pos="0">
              <a:srgbClr val="1D4582"/>
            </a:gs>
            <a:gs pos="100000">
              <a:schemeClr val="tx1"/>
            </a:gs>
          </a:gsLst>
          <a:lin ang="186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p:txBody>
          <a:bodyPr/>
          <a:lstStyle>
            <a:lvl1pPr>
              <a:buClr>
                <a:schemeClr val="accent1"/>
              </a:buCl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buClr>
                <a:schemeClr val="accent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bg1"/>
                </a:solidFill>
              </a:defRPr>
            </a:lvl1pPr>
          </a:lstStyle>
          <a:p>
            <a:fld id="{779D6F75-6C30-D546-9F6A-480A3E7FC071}"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pic>
        <p:nvPicPr>
          <p:cNvPr id="5" name="Picture 4">
            <a:extLst>
              <a:ext uri="{FF2B5EF4-FFF2-40B4-BE49-F238E27FC236}">
                <a16:creationId xmlns:a16="http://schemas.microsoft.com/office/drawing/2014/main" id="{7F8E8B6D-C22D-8AD4-E922-BB2D78DAD5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29918647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 Cloud Cor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500103" y="1826684"/>
            <a:ext cx="6044132" cy="434974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12" name="Picture Placeholder 11">
            <a:extLst>
              <a:ext uri="{FF2B5EF4-FFF2-40B4-BE49-F238E27FC236}">
                <a16:creationId xmlns:a16="http://schemas.microsoft.com/office/drawing/2014/main" id="{7A9A84BA-CF94-9DAF-E4F8-052633D7CD55}"/>
              </a:ext>
            </a:extLst>
          </p:cNvPr>
          <p:cNvSpPr>
            <a:spLocks noGrp="1"/>
          </p:cNvSpPr>
          <p:nvPr>
            <p:ph type="pic" sz="quarter" idx="13"/>
          </p:nvPr>
        </p:nvSpPr>
        <p:spPr>
          <a:xfrm>
            <a:off x="6994536" y="1801368"/>
            <a:ext cx="5197465" cy="5056632"/>
          </a:xfrm>
          <a:custGeom>
            <a:avLst/>
            <a:gdLst>
              <a:gd name="connsiteX0" fmla="*/ 3898050 w 3898099"/>
              <a:gd name="connsiteY0" fmla="*/ 3792424 h 3792474"/>
              <a:gd name="connsiteX1" fmla="*/ 3898099 w 3898099"/>
              <a:gd name="connsiteY1" fmla="*/ 3792424 h 3792474"/>
              <a:gd name="connsiteX2" fmla="*/ 3898050 w 3898099"/>
              <a:gd name="connsiteY2" fmla="*/ 3792474 h 3792474"/>
              <a:gd name="connsiteX3" fmla="*/ 531417 w 3898099"/>
              <a:gd name="connsiteY3" fmla="*/ 0 h 3792474"/>
              <a:gd name="connsiteX4" fmla="*/ 2125123 w 3898099"/>
              <a:gd name="connsiteY4" fmla="*/ 0 h 3792474"/>
              <a:gd name="connsiteX5" fmla="*/ 2655648 w 3898099"/>
              <a:gd name="connsiteY5" fmla="*/ 530048 h 3792474"/>
              <a:gd name="connsiteX6" fmla="*/ 2655648 w 3898099"/>
              <a:gd name="connsiteY6" fmla="*/ 2121974 h 3792474"/>
              <a:gd name="connsiteX7" fmla="*/ 3187065 w 3898099"/>
              <a:gd name="connsiteY7" fmla="*/ 2654251 h 3792474"/>
              <a:gd name="connsiteX8" fmla="*/ 3898050 w 3898099"/>
              <a:gd name="connsiteY8" fmla="*/ 2654251 h 3792474"/>
              <a:gd name="connsiteX9" fmla="*/ 3898050 w 3898099"/>
              <a:gd name="connsiteY9" fmla="*/ 3792424 h 3792474"/>
              <a:gd name="connsiteX10" fmla="*/ 2655697 w 3898099"/>
              <a:gd name="connsiteY10" fmla="*/ 3792424 h 3792474"/>
              <a:gd name="connsiteX11" fmla="*/ 2655697 w 3898099"/>
              <a:gd name="connsiteY11" fmla="*/ 3187420 h 3792474"/>
              <a:gd name="connsiteX12" fmla="*/ 2125173 w 3898099"/>
              <a:gd name="connsiteY12" fmla="*/ 2654251 h 3792474"/>
              <a:gd name="connsiteX13" fmla="*/ 531417 w 3898099"/>
              <a:gd name="connsiteY13" fmla="*/ 2654251 h 3792474"/>
              <a:gd name="connsiteX14" fmla="*/ 0 w 3898099"/>
              <a:gd name="connsiteY14" fmla="*/ 2123559 h 3792474"/>
              <a:gd name="connsiteX15" fmla="*/ 0 w 3898099"/>
              <a:gd name="connsiteY15" fmla="*/ 530048 h 3792474"/>
              <a:gd name="connsiteX16" fmla="*/ 531417 w 3898099"/>
              <a:gd name="connsiteY16" fmla="*/ 0 h 379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98099" h="3792474">
                <a:moveTo>
                  <a:pt x="3898050" y="3792424"/>
                </a:moveTo>
                <a:lnTo>
                  <a:pt x="3898099" y="3792424"/>
                </a:lnTo>
                <a:lnTo>
                  <a:pt x="3898050" y="3792474"/>
                </a:lnTo>
                <a:close/>
                <a:moveTo>
                  <a:pt x="531417" y="0"/>
                </a:moveTo>
                <a:lnTo>
                  <a:pt x="2125123" y="0"/>
                </a:lnTo>
                <a:cubicBezTo>
                  <a:pt x="2416902" y="0"/>
                  <a:pt x="2655648" y="237503"/>
                  <a:pt x="2655648" y="530048"/>
                </a:cubicBezTo>
                <a:lnTo>
                  <a:pt x="2655648" y="2121974"/>
                </a:lnTo>
                <a:cubicBezTo>
                  <a:pt x="2656590" y="2416302"/>
                  <a:pt x="2893948" y="2652914"/>
                  <a:pt x="3187065" y="2654251"/>
                </a:cubicBezTo>
                <a:lnTo>
                  <a:pt x="3898050" y="2654251"/>
                </a:lnTo>
                <a:lnTo>
                  <a:pt x="3898050" y="3792424"/>
                </a:lnTo>
                <a:lnTo>
                  <a:pt x="2655697" y="3792424"/>
                </a:lnTo>
                <a:lnTo>
                  <a:pt x="2655697" y="3187420"/>
                </a:lnTo>
                <a:cubicBezTo>
                  <a:pt x="2655697" y="2893786"/>
                  <a:pt x="2418290" y="2655391"/>
                  <a:pt x="2125173" y="2654251"/>
                </a:cubicBezTo>
                <a:lnTo>
                  <a:pt x="531417" y="2654251"/>
                </a:lnTo>
                <a:cubicBezTo>
                  <a:pt x="237210" y="2654251"/>
                  <a:pt x="0" y="2416748"/>
                  <a:pt x="0" y="2123559"/>
                </a:cubicBezTo>
                <a:lnTo>
                  <a:pt x="0" y="530048"/>
                </a:lnTo>
                <a:cubicBezTo>
                  <a:pt x="0" y="237503"/>
                  <a:pt x="237210" y="0"/>
                  <a:pt x="531417"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20733973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Cloud Corner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500103" y="1826684"/>
            <a:ext cx="6044132" cy="4349749"/>
          </a:xfrm>
        </p:spPr>
        <p:txBody>
          <a:bodyPr/>
          <a:lstStyle>
            <a:lvl1pPr>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Picture Placeholder 11">
            <a:extLst>
              <a:ext uri="{FF2B5EF4-FFF2-40B4-BE49-F238E27FC236}">
                <a16:creationId xmlns:a16="http://schemas.microsoft.com/office/drawing/2014/main" id="{7A9A84BA-CF94-9DAF-E4F8-052633D7CD55}"/>
              </a:ext>
            </a:extLst>
          </p:cNvPr>
          <p:cNvSpPr>
            <a:spLocks noGrp="1"/>
          </p:cNvSpPr>
          <p:nvPr>
            <p:ph type="pic" sz="quarter" idx="13"/>
          </p:nvPr>
        </p:nvSpPr>
        <p:spPr>
          <a:xfrm>
            <a:off x="6994536" y="1801368"/>
            <a:ext cx="5197465" cy="5056632"/>
          </a:xfrm>
          <a:custGeom>
            <a:avLst/>
            <a:gdLst>
              <a:gd name="connsiteX0" fmla="*/ 3898050 w 3898099"/>
              <a:gd name="connsiteY0" fmla="*/ 3792424 h 3792474"/>
              <a:gd name="connsiteX1" fmla="*/ 3898099 w 3898099"/>
              <a:gd name="connsiteY1" fmla="*/ 3792424 h 3792474"/>
              <a:gd name="connsiteX2" fmla="*/ 3898050 w 3898099"/>
              <a:gd name="connsiteY2" fmla="*/ 3792474 h 3792474"/>
              <a:gd name="connsiteX3" fmla="*/ 531417 w 3898099"/>
              <a:gd name="connsiteY3" fmla="*/ 0 h 3792474"/>
              <a:gd name="connsiteX4" fmla="*/ 2125123 w 3898099"/>
              <a:gd name="connsiteY4" fmla="*/ 0 h 3792474"/>
              <a:gd name="connsiteX5" fmla="*/ 2655648 w 3898099"/>
              <a:gd name="connsiteY5" fmla="*/ 530048 h 3792474"/>
              <a:gd name="connsiteX6" fmla="*/ 2655648 w 3898099"/>
              <a:gd name="connsiteY6" fmla="*/ 2121974 h 3792474"/>
              <a:gd name="connsiteX7" fmla="*/ 3187065 w 3898099"/>
              <a:gd name="connsiteY7" fmla="*/ 2654251 h 3792474"/>
              <a:gd name="connsiteX8" fmla="*/ 3898050 w 3898099"/>
              <a:gd name="connsiteY8" fmla="*/ 2654251 h 3792474"/>
              <a:gd name="connsiteX9" fmla="*/ 3898050 w 3898099"/>
              <a:gd name="connsiteY9" fmla="*/ 3792424 h 3792474"/>
              <a:gd name="connsiteX10" fmla="*/ 2655697 w 3898099"/>
              <a:gd name="connsiteY10" fmla="*/ 3792424 h 3792474"/>
              <a:gd name="connsiteX11" fmla="*/ 2655697 w 3898099"/>
              <a:gd name="connsiteY11" fmla="*/ 3187420 h 3792474"/>
              <a:gd name="connsiteX12" fmla="*/ 2125173 w 3898099"/>
              <a:gd name="connsiteY12" fmla="*/ 2654251 h 3792474"/>
              <a:gd name="connsiteX13" fmla="*/ 531417 w 3898099"/>
              <a:gd name="connsiteY13" fmla="*/ 2654251 h 3792474"/>
              <a:gd name="connsiteX14" fmla="*/ 0 w 3898099"/>
              <a:gd name="connsiteY14" fmla="*/ 2123559 h 3792474"/>
              <a:gd name="connsiteX15" fmla="*/ 0 w 3898099"/>
              <a:gd name="connsiteY15" fmla="*/ 530048 h 3792474"/>
              <a:gd name="connsiteX16" fmla="*/ 531417 w 3898099"/>
              <a:gd name="connsiteY16" fmla="*/ 0 h 379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98099" h="3792474">
                <a:moveTo>
                  <a:pt x="3898050" y="3792424"/>
                </a:moveTo>
                <a:lnTo>
                  <a:pt x="3898099" y="3792424"/>
                </a:lnTo>
                <a:lnTo>
                  <a:pt x="3898050" y="3792474"/>
                </a:lnTo>
                <a:close/>
                <a:moveTo>
                  <a:pt x="531417" y="0"/>
                </a:moveTo>
                <a:lnTo>
                  <a:pt x="2125123" y="0"/>
                </a:lnTo>
                <a:cubicBezTo>
                  <a:pt x="2416902" y="0"/>
                  <a:pt x="2655648" y="237503"/>
                  <a:pt x="2655648" y="530048"/>
                </a:cubicBezTo>
                <a:lnTo>
                  <a:pt x="2655648" y="2121974"/>
                </a:lnTo>
                <a:cubicBezTo>
                  <a:pt x="2656590" y="2416302"/>
                  <a:pt x="2893948" y="2652914"/>
                  <a:pt x="3187065" y="2654251"/>
                </a:cubicBezTo>
                <a:lnTo>
                  <a:pt x="3898050" y="2654251"/>
                </a:lnTo>
                <a:lnTo>
                  <a:pt x="3898050" y="3792424"/>
                </a:lnTo>
                <a:lnTo>
                  <a:pt x="2655697" y="3792424"/>
                </a:lnTo>
                <a:lnTo>
                  <a:pt x="2655697" y="3187420"/>
                </a:lnTo>
                <a:cubicBezTo>
                  <a:pt x="2655697" y="2893786"/>
                  <a:pt x="2418290" y="2655391"/>
                  <a:pt x="2125173" y="2654251"/>
                </a:cubicBezTo>
                <a:lnTo>
                  <a:pt x="531417" y="2654251"/>
                </a:lnTo>
                <a:cubicBezTo>
                  <a:pt x="237210" y="2654251"/>
                  <a:pt x="0" y="2416748"/>
                  <a:pt x="0" y="2123559"/>
                </a:cubicBezTo>
                <a:lnTo>
                  <a:pt x="0" y="530048"/>
                </a:lnTo>
                <a:cubicBezTo>
                  <a:pt x="0" y="237503"/>
                  <a:pt x="237210" y="0"/>
                  <a:pt x="531417" y="0"/>
                </a:cubicBezTo>
                <a:close/>
              </a:path>
            </a:pathLst>
          </a:custGeom>
          <a:solidFill>
            <a:schemeClr val="bg2"/>
          </a:solidFill>
        </p:spPr>
        <p:txBody>
          <a:bodyPr wrap="square">
            <a:noAutofit/>
          </a:bodyPr>
          <a:lstStyle/>
          <a:p>
            <a:endParaRPr lang="en-US"/>
          </a:p>
        </p:txBody>
      </p:sp>
      <p:pic>
        <p:nvPicPr>
          <p:cNvPr id="5" name="Picture 4">
            <a:extLst>
              <a:ext uri="{FF2B5EF4-FFF2-40B4-BE49-F238E27FC236}">
                <a16:creationId xmlns:a16="http://schemas.microsoft.com/office/drawing/2014/main" id="{C4A2B6AF-9798-AAE8-1C64-AD3BE58970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3059" y="6074827"/>
            <a:ext cx="728100" cy="308043"/>
          </a:xfrm>
          <a:prstGeom prst="rect">
            <a:avLst/>
          </a:prstGeom>
        </p:spPr>
      </p:pic>
    </p:spTree>
    <p:extLst>
      <p:ext uri="{BB962C8B-B14F-4D97-AF65-F5344CB8AC3E}">
        <p14:creationId xmlns:p14="http://schemas.microsoft.com/office/powerpoint/2010/main" val="33403667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Clou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500103" y="1826684"/>
            <a:ext cx="4824932" cy="434974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p>
            <a:fld id="{43AE0025-1574-D642-8EE0-174E1486F67F}"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5" name="Picture Placeholder 4">
            <a:extLst>
              <a:ext uri="{FF2B5EF4-FFF2-40B4-BE49-F238E27FC236}">
                <a16:creationId xmlns:a16="http://schemas.microsoft.com/office/drawing/2014/main" id="{0ED5484D-3E81-C5C1-0DE4-59CA5DD1C5D4}"/>
              </a:ext>
            </a:extLst>
          </p:cNvPr>
          <p:cNvSpPr>
            <a:spLocks noGrp="1"/>
          </p:cNvSpPr>
          <p:nvPr>
            <p:ph type="pic" sz="quarter" idx="13"/>
          </p:nvPr>
        </p:nvSpPr>
        <p:spPr>
          <a:xfrm>
            <a:off x="5683624" y="1248283"/>
            <a:ext cx="6508376" cy="4838367"/>
          </a:xfrm>
          <a:custGeom>
            <a:avLst/>
            <a:gdLst>
              <a:gd name="connsiteX0" fmla="*/ 2214828 w 4970380"/>
              <a:gd name="connsiteY0" fmla="*/ 0 h 3695011"/>
              <a:gd name="connsiteX1" fmla="*/ 3322219 w 4970380"/>
              <a:gd name="connsiteY1" fmla="*/ 0 h 3695011"/>
              <a:gd name="connsiteX2" fmla="*/ 3690426 w 4970380"/>
              <a:gd name="connsiteY2" fmla="*/ 369936 h 3695011"/>
              <a:gd name="connsiteX3" fmla="*/ 3690426 w 4970380"/>
              <a:gd name="connsiteY3" fmla="*/ 1478494 h 3695011"/>
              <a:gd name="connsiteX4" fmla="*/ 4061726 w 4970380"/>
              <a:gd name="connsiteY4" fmla="*/ 1847829 h 3695011"/>
              <a:gd name="connsiteX5" fmla="*/ 4061726 w 4970380"/>
              <a:gd name="connsiteY5" fmla="*/ 1847922 h 3695011"/>
              <a:gd name="connsiteX6" fmla="*/ 4970380 w 4970380"/>
              <a:gd name="connsiteY6" fmla="*/ 1847922 h 3695011"/>
              <a:gd name="connsiteX7" fmla="*/ 4970380 w 4970380"/>
              <a:gd name="connsiteY7" fmla="*/ 3695011 h 3695011"/>
              <a:gd name="connsiteX8" fmla="*/ 4059372 w 4970380"/>
              <a:gd name="connsiteY8" fmla="*/ 3695011 h 3695011"/>
              <a:gd name="connsiteX9" fmla="*/ 3690380 w 4970380"/>
              <a:gd name="connsiteY9" fmla="*/ 3326139 h 3695011"/>
              <a:gd name="connsiteX10" fmla="*/ 3690380 w 4970380"/>
              <a:gd name="connsiteY10" fmla="*/ 2218319 h 3695011"/>
              <a:gd name="connsiteX11" fmla="*/ 3320326 w 4970380"/>
              <a:gd name="connsiteY11" fmla="*/ 1847922 h 3695011"/>
              <a:gd name="connsiteX12" fmla="*/ 2214782 w 4970380"/>
              <a:gd name="connsiteY12" fmla="*/ 1847922 h 3695011"/>
              <a:gd name="connsiteX13" fmla="*/ 1845513 w 4970380"/>
              <a:gd name="connsiteY13" fmla="*/ 2218319 h 3695011"/>
              <a:gd name="connsiteX14" fmla="*/ 1845513 w 4970380"/>
              <a:gd name="connsiteY14" fmla="*/ 3326139 h 3695011"/>
              <a:gd name="connsiteX15" fmla="*/ 1476845 w 4970380"/>
              <a:gd name="connsiteY15" fmla="*/ 3695011 h 3695011"/>
              <a:gd name="connsiteX16" fmla="*/ 369269 w 4970380"/>
              <a:gd name="connsiteY16" fmla="*/ 3695011 h 3695011"/>
              <a:gd name="connsiteX17" fmla="*/ 0 w 4970380"/>
              <a:gd name="connsiteY17" fmla="*/ 3326139 h 3695011"/>
              <a:gd name="connsiteX18" fmla="*/ 0 w 4970380"/>
              <a:gd name="connsiteY18" fmla="*/ 2217210 h 3695011"/>
              <a:gd name="connsiteX19" fmla="*/ 369269 w 4970380"/>
              <a:gd name="connsiteY19" fmla="*/ 1847875 h 3695011"/>
              <a:gd name="connsiteX20" fmla="*/ 1476891 w 4970380"/>
              <a:gd name="connsiteY20" fmla="*/ 1847875 h 3695011"/>
              <a:gd name="connsiteX21" fmla="*/ 1845559 w 4970380"/>
              <a:gd name="connsiteY21" fmla="*/ 1476831 h 3695011"/>
              <a:gd name="connsiteX22" fmla="*/ 1845559 w 4970380"/>
              <a:gd name="connsiteY22" fmla="*/ 369936 h 3695011"/>
              <a:gd name="connsiteX23" fmla="*/ 2214828 w 4970380"/>
              <a:gd name="connsiteY23" fmla="*/ 0 h 369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380" h="3695011">
                <a:moveTo>
                  <a:pt x="2214828" y="0"/>
                </a:moveTo>
                <a:lnTo>
                  <a:pt x="3322219" y="0"/>
                </a:lnTo>
                <a:cubicBezTo>
                  <a:pt x="3525296" y="0"/>
                  <a:pt x="3690426" y="165607"/>
                  <a:pt x="3690426" y="369936"/>
                </a:cubicBezTo>
                <a:lnTo>
                  <a:pt x="3690426" y="1478494"/>
                </a:lnTo>
                <a:cubicBezTo>
                  <a:pt x="3691673" y="1682084"/>
                  <a:pt x="3857587" y="1847044"/>
                  <a:pt x="4061726" y="1847829"/>
                </a:cubicBezTo>
                <a:lnTo>
                  <a:pt x="4061726" y="1847922"/>
                </a:lnTo>
                <a:lnTo>
                  <a:pt x="4970380" y="1847922"/>
                </a:lnTo>
                <a:lnTo>
                  <a:pt x="4970380" y="3695011"/>
                </a:lnTo>
                <a:lnTo>
                  <a:pt x="4059372" y="3695011"/>
                </a:lnTo>
                <a:cubicBezTo>
                  <a:pt x="3855972" y="3695011"/>
                  <a:pt x="3690380" y="3529728"/>
                  <a:pt x="3690380" y="3326139"/>
                </a:cubicBezTo>
                <a:lnTo>
                  <a:pt x="3690380" y="2218319"/>
                </a:lnTo>
                <a:cubicBezTo>
                  <a:pt x="3690380" y="2014591"/>
                  <a:pt x="3525250" y="1848846"/>
                  <a:pt x="3320326" y="1847922"/>
                </a:cubicBezTo>
                <a:lnTo>
                  <a:pt x="2214782" y="1847922"/>
                </a:lnTo>
                <a:cubicBezTo>
                  <a:pt x="2011105" y="1848846"/>
                  <a:pt x="1846160" y="2013529"/>
                  <a:pt x="1845513" y="2218319"/>
                </a:cubicBezTo>
                <a:lnTo>
                  <a:pt x="1845513" y="3326139"/>
                </a:lnTo>
                <a:cubicBezTo>
                  <a:pt x="1845513" y="3529728"/>
                  <a:pt x="1679598" y="3695011"/>
                  <a:pt x="1476845" y="3695011"/>
                </a:cubicBezTo>
                <a:lnTo>
                  <a:pt x="369269" y="3695011"/>
                </a:lnTo>
                <a:cubicBezTo>
                  <a:pt x="164853" y="3695011"/>
                  <a:pt x="0" y="3529728"/>
                  <a:pt x="0" y="3326139"/>
                </a:cubicBezTo>
                <a:lnTo>
                  <a:pt x="0" y="2217210"/>
                </a:lnTo>
                <a:cubicBezTo>
                  <a:pt x="0" y="2013159"/>
                  <a:pt x="164807" y="1847875"/>
                  <a:pt x="369269" y="1847875"/>
                </a:cubicBezTo>
                <a:lnTo>
                  <a:pt x="1476891" y="1847875"/>
                </a:lnTo>
                <a:cubicBezTo>
                  <a:pt x="1680568" y="1847090"/>
                  <a:pt x="1845559" y="1681160"/>
                  <a:pt x="1845559" y="1476831"/>
                </a:cubicBezTo>
                <a:lnTo>
                  <a:pt x="1845559" y="369936"/>
                </a:lnTo>
                <a:cubicBezTo>
                  <a:pt x="1845559" y="165607"/>
                  <a:pt x="2010366" y="0"/>
                  <a:pt x="2214828"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11147681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ers">
    <p:bg>
      <p:bgPr>
        <a:gradFill>
          <a:gsLst>
            <a:gs pos="0">
              <a:schemeClr val="tx2"/>
            </a:gs>
            <a:gs pos="100000">
              <a:schemeClr val="tx1"/>
            </a:gs>
          </a:gsLst>
          <a:lin ang="186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hasCustomPrompt="1"/>
          </p:nvPr>
        </p:nvSpPr>
        <p:spPr/>
        <p:txBody>
          <a:bodyPr/>
          <a:lstStyle>
            <a:lvl1pPr>
              <a:defRPr>
                <a:solidFill>
                  <a:schemeClr val="bg1"/>
                </a:solidFill>
              </a:defRPr>
            </a:lvl1pPr>
          </a:lstStyle>
          <a:p>
            <a:r>
              <a:rPr lang="en-GB"/>
              <a:t>Our customers</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bg1"/>
                </a:solidFill>
              </a:defRPr>
            </a:lvl1pPr>
          </a:lstStyle>
          <a:p>
            <a:fld id="{5E5871BD-21DB-4143-921E-431F94C3EA03}"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pic>
        <p:nvPicPr>
          <p:cNvPr id="5" name="Picture 4">
            <a:extLst>
              <a:ext uri="{FF2B5EF4-FFF2-40B4-BE49-F238E27FC236}">
                <a16:creationId xmlns:a16="http://schemas.microsoft.com/office/drawing/2014/main" id="{7F8E8B6D-C22D-8AD4-E922-BB2D78DAD5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grpSp>
        <p:nvGrpSpPr>
          <p:cNvPr id="13" name="Group 12">
            <a:extLst>
              <a:ext uri="{FF2B5EF4-FFF2-40B4-BE49-F238E27FC236}">
                <a16:creationId xmlns:a16="http://schemas.microsoft.com/office/drawing/2014/main" id="{F010BB31-E8E2-663E-931B-076D862D6B80}"/>
              </a:ext>
            </a:extLst>
          </p:cNvPr>
          <p:cNvGrpSpPr/>
          <p:nvPr userDrawn="1"/>
        </p:nvGrpSpPr>
        <p:grpSpPr>
          <a:xfrm>
            <a:off x="500103" y="1794062"/>
            <a:ext cx="11046439" cy="3805100"/>
            <a:chOff x="737836" y="1631312"/>
            <a:chExt cx="10716327" cy="3691389"/>
          </a:xfrm>
        </p:grpSpPr>
        <p:sp>
          <p:nvSpPr>
            <p:cNvPr id="7" name="Rounded Rectangle 6">
              <a:extLst>
                <a:ext uri="{FF2B5EF4-FFF2-40B4-BE49-F238E27FC236}">
                  <a16:creationId xmlns:a16="http://schemas.microsoft.com/office/drawing/2014/main" id="{95F75DFA-5602-E1B6-619E-F3B24B1228E1}"/>
                </a:ext>
              </a:extLst>
            </p:cNvPr>
            <p:cNvSpPr/>
            <p:nvPr userDrawn="1"/>
          </p:nvSpPr>
          <p:spPr>
            <a:xfrm>
              <a:off x="444802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1867">
                <a:latin typeface="Outfit Light" pitchFamily="2" charset="0"/>
              </a:endParaRPr>
            </a:p>
          </p:txBody>
        </p:sp>
        <p:sp>
          <p:nvSpPr>
            <p:cNvPr id="8" name="Rounded Rectangle 7">
              <a:extLst>
                <a:ext uri="{FF2B5EF4-FFF2-40B4-BE49-F238E27FC236}">
                  <a16:creationId xmlns:a16="http://schemas.microsoft.com/office/drawing/2014/main" id="{31E4EC00-562F-A299-B747-7BB6FEA97A01}"/>
                </a:ext>
              </a:extLst>
            </p:cNvPr>
            <p:cNvSpPr/>
            <p:nvPr userDrawn="1"/>
          </p:nvSpPr>
          <p:spPr>
            <a:xfrm>
              <a:off x="8158216"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1867">
                <a:latin typeface="Outfit Light" pitchFamily="2" charset="0"/>
              </a:endParaRPr>
            </a:p>
          </p:txBody>
        </p:sp>
        <p:sp>
          <p:nvSpPr>
            <p:cNvPr id="9" name="Rounded Rectangle 8">
              <a:extLst>
                <a:ext uri="{FF2B5EF4-FFF2-40B4-BE49-F238E27FC236}">
                  <a16:creationId xmlns:a16="http://schemas.microsoft.com/office/drawing/2014/main" id="{4562FAD8-BB1F-3CF2-8D92-3DCF63546A60}"/>
                </a:ext>
              </a:extLst>
            </p:cNvPr>
            <p:cNvSpPr/>
            <p:nvPr userDrawn="1"/>
          </p:nvSpPr>
          <p:spPr>
            <a:xfrm>
              <a:off x="815821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1867">
                <a:latin typeface="Outfit Light" pitchFamily="2" charset="0"/>
              </a:endParaRPr>
            </a:p>
          </p:txBody>
        </p:sp>
        <p:sp>
          <p:nvSpPr>
            <p:cNvPr id="10" name="Rounded Rectangle 9">
              <a:extLst>
                <a:ext uri="{FF2B5EF4-FFF2-40B4-BE49-F238E27FC236}">
                  <a16:creationId xmlns:a16="http://schemas.microsoft.com/office/drawing/2014/main" id="{12CDECEC-1AEC-AC26-FE82-CFE9B24BE3A5}"/>
                </a:ext>
              </a:extLst>
            </p:cNvPr>
            <p:cNvSpPr/>
            <p:nvPr userDrawn="1"/>
          </p:nvSpPr>
          <p:spPr>
            <a:xfrm>
              <a:off x="4438955"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1867">
                <a:latin typeface="Outfit Light" pitchFamily="2" charset="0"/>
              </a:endParaRPr>
            </a:p>
          </p:txBody>
        </p:sp>
        <p:sp>
          <p:nvSpPr>
            <p:cNvPr id="11" name="Rounded Rectangle 10">
              <a:extLst>
                <a:ext uri="{FF2B5EF4-FFF2-40B4-BE49-F238E27FC236}">
                  <a16:creationId xmlns:a16="http://schemas.microsoft.com/office/drawing/2014/main" id="{2D70B812-90BE-EFF0-A375-351B45F9E2A0}"/>
                </a:ext>
              </a:extLst>
            </p:cNvPr>
            <p:cNvSpPr/>
            <p:nvPr userDrawn="1"/>
          </p:nvSpPr>
          <p:spPr>
            <a:xfrm>
              <a:off x="737836"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1867">
                <a:latin typeface="Outfit Light" pitchFamily="2" charset="0"/>
              </a:endParaRPr>
            </a:p>
          </p:txBody>
        </p:sp>
        <p:sp>
          <p:nvSpPr>
            <p:cNvPr id="12" name="Rounded Rectangle 11">
              <a:extLst>
                <a:ext uri="{FF2B5EF4-FFF2-40B4-BE49-F238E27FC236}">
                  <a16:creationId xmlns:a16="http://schemas.microsoft.com/office/drawing/2014/main" id="{F806D2A5-D49A-2B4C-6945-B4D6AAF6AA58}"/>
                </a:ext>
              </a:extLst>
            </p:cNvPr>
            <p:cNvSpPr/>
            <p:nvPr userDrawn="1"/>
          </p:nvSpPr>
          <p:spPr>
            <a:xfrm>
              <a:off x="73783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1867">
                <a:latin typeface="Outfit Light" pitchFamily="2" charset="0"/>
              </a:endParaRPr>
            </a:p>
          </p:txBody>
        </p:sp>
      </p:grpSp>
    </p:spTree>
    <p:extLst>
      <p:ext uri="{BB962C8B-B14F-4D97-AF65-F5344CB8AC3E}">
        <p14:creationId xmlns:p14="http://schemas.microsoft.com/office/powerpoint/2010/main" val="5711961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White Contain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500953" y="457200"/>
            <a:ext cx="5142560" cy="1600200"/>
          </a:xfrm>
        </p:spPr>
        <p:txBody>
          <a:bodyPr anchor="b"/>
          <a:lstStyle>
            <a:lvl1pPr>
              <a:defRPr sz="4267"/>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9AC4573-FE2C-D346-94B5-229A35198143}"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8" name="Round Single Corner of Rectangle 7">
            <a:extLst>
              <a:ext uri="{FF2B5EF4-FFF2-40B4-BE49-F238E27FC236}">
                <a16:creationId xmlns:a16="http://schemas.microsoft.com/office/drawing/2014/main" id="{E9D9364F-7640-F911-F9B3-BD269AE140FD}"/>
              </a:ext>
            </a:extLst>
          </p:cNvPr>
          <p:cNvSpPr/>
          <p:nvPr userDrawn="1"/>
        </p:nvSpPr>
        <p:spPr>
          <a:xfrm rot="10800000">
            <a:off x="6431181" y="-1"/>
            <a:ext cx="5760819" cy="5869517"/>
          </a:xfrm>
          <a:prstGeom prst="round1Rect">
            <a:avLst>
              <a:gd name="adj" fmla="val 157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latin typeface="Outfit Light" pitchFamily="2" charset="0"/>
            </a:endParaRPr>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500103" y="2325158"/>
            <a:ext cx="5142560" cy="3544359"/>
          </a:xfrm>
        </p:spPr>
        <p:txBody>
          <a:bodyPr>
            <a:normAutofit/>
          </a:bodyPr>
          <a:lstStyle>
            <a:lvl1pPr>
              <a:buClr>
                <a:schemeClr val="tx1"/>
              </a:buClr>
              <a:defRPr sz="3200"/>
            </a:lvl1pPr>
            <a:lvl2pPr>
              <a:buClr>
                <a:schemeClr val="tx1"/>
              </a:buClr>
              <a:defRPr sz="2667"/>
            </a:lvl2pPr>
            <a:lvl3pPr>
              <a:buClr>
                <a:schemeClr val="tx1"/>
              </a:buClr>
              <a:defRPr sz="2400"/>
            </a:lvl3pPr>
            <a:lvl4pPr>
              <a:buClr>
                <a:schemeClr val="tx1"/>
              </a:buClr>
              <a:defRPr sz="2133"/>
            </a:lvl4pPr>
            <a:lvl5pPr>
              <a:buClr>
                <a:schemeClr val="tx1"/>
              </a:buClr>
              <a:defRPr sz="2133"/>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366AB042-33D2-AF6C-C382-47B2851991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3059" y="6074827"/>
            <a:ext cx="728100" cy="308043"/>
          </a:xfrm>
          <a:prstGeom prst="rect">
            <a:avLst/>
          </a:prstGeom>
        </p:spPr>
      </p:pic>
    </p:spTree>
    <p:extLst>
      <p:ext uri="{BB962C8B-B14F-4D97-AF65-F5344CB8AC3E}">
        <p14:creationId xmlns:p14="http://schemas.microsoft.com/office/powerpoint/2010/main" val="240055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ers">
    <p:bg>
      <p:bgPr>
        <a:gradFill>
          <a:gsLst>
            <a:gs pos="0">
              <a:schemeClr val="tx2"/>
            </a:gs>
            <a:gs pos="100000">
              <a:schemeClr val="tx1"/>
            </a:gs>
          </a:gsLst>
          <a:lin ang="186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hasCustomPrompt="1"/>
          </p:nvPr>
        </p:nvSpPr>
        <p:spPr/>
        <p:txBody>
          <a:bodyPr/>
          <a:lstStyle>
            <a:lvl1pPr>
              <a:defRPr>
                <a:solidFill>
                  <a:schemeClr val="bg1"/>
                </a:solidFill>
              </a:defRPr>
            </a:lvl1pPr>
          </a:lstStyle>
          <a:p>
            <a:r>
              <a:rPr lang="en-GB"/>
              <a:t>Our customers</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bg1"/>
                </a:solidFill>
              </a:defRPr>
            </a:lvl1pPr>
          </a:lstStyle>
          <a:p>
            <a:fld id="{5E5871BD-21DB-4143-921E-431F94C3EA03}"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pic>
        <p:nvPicPr>
          <p:cNvPr id="5" name="Picture 4">
            <a:extLst>
              <a:ext uri="{FF2B5EF4-FFF2-40B4-BE49-F238E27FC236}">
                <a16:creationId xmlns:a16="http://schemas.microsoft.com/office/drawing/2014/main" id="{7F8E8B6D-C22D-8AD4-E922-BB2D78DAD5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grpSp>
        <p:nvGrpSpPr>
          <p:cNvPr id="13" name="Group 12">
            <a:extLst>
              <a:ext uri="{FF2B5EF4-FFF2-40B4-BE49-F238E27FC236}">
                <a16:creationId xmlns:a16="http://schemas.microsoft.com/office/drawing/2014/main" id="{F010BB31-E8E2-663E-931B-076D862D6B80}"/>
              </a:ext>
            </a:extLst>
          </p:cNvPr>
          <p:cNvGrpSpPr/>
          <p:nvPr userDrawn="1"/>
        </p:nvGrpSpPr>
        <p:grpSpPr>
          <a:xfrm>
            <a:off x="500103" y="1794062"/>
            <a:ext cx="11046439" cy="3805100"/>
            <a:chOff x="737836" y="1631312"/>
            <a:chExt cx="10716327" cy="3691389"/>
          </a:xfrm>
        </p:grpSpPr>
        <p:sp>
          <p:nvSpPr>
            <p:cNvPr id="7" name="Rounded Rectangle 6">
              <a:extLst>
                <a:ext uri="{FF2B5EF4-FFF2-40B4-BE49-F238E27FC236}">
                  <a16:creationId xmlns:a16="http://schemas.microsoft.com/office/drawing/2014/main" id="{95F75DFA-5602-E1B6-619E-F3B24B1228E1}"/>
                </a:ext>
              </a:extLst>
            </p:cNvPr>
            <p:cNvSpPr/>
            <p:nvPr userDrawn="1"/>
          </p:nvSpPr>
          <p:spPr>
            <a:xfrm>
              <a:off x="444802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sp>
          <p:nvSpPr>
            <p:cNvPr id="8" name="Rounded Rectangle 7">
              <a:extLst>
                <a:ext uri="{FF2B5EF4-FFF2-40B4-BE49-F238E27FC236}">
                  <a16:creationId xmlns:a16="http://schemas.microsoft.com/office/drawing/2014/main" id="{31E4EC00-562F-A299-B747-7BB6FEA97A01}"/>
                </a:ext>
              </a:extLst>
            </p:cNvPr>
            <p:cNvSpPr/>
            <p:nvPr userDrawn="1"/>
          </p:nvSpPr>
          <p:spPr>
            <a:xfrm>
              <a:off x="8158216"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sp>
          <p:nvSpPr>
            <p:cNvPr id="9" name="Rounded Rectangle 8">
              <a:extLst>
                <a:ext uri="{FF2B5EF4-FFF2-40B4-BE49-F238E27FC236}">
                  <a16:creationId xmlns:a16="http://schemas.microsoft.com/office/drawing/2014/main" id="{4562FAD8-BB1F-3CF2-8D92-3DCF63546A60}"/>
                </a:ext>
              </a:extLst>
            </p:cNvPr>
            <p:cNvSpPr/>
            <p:nvPr userDrawn="1"/>
          </p:nvSpPr>
          <p:spPr>
            <a:xfrm>
              <a:off x="815821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sp>
          <p:nvSpPr>
            <p:cNvPr id="10" name="Rounded Rectangle 9">
              <a:extLst>
                <a:ext uri="{FF2B5EF4-FFF2-40B4-BE49-F238E27FC236}">
                  <a16:creationId xmlns:a16="http://schemas.microsoft.com/office/drawing/2014/main" id="{12CDECEC-1AEC-AC26-FE82-CFE9B24BE3A5}"/>
                </a:ext>
              </a:extLst>
            </p:cNvPr>
            <p:cNvSpPr/>
            <p:nvPr userDrawn="1"/>
          </p:nvSpPr>
          <p:spPr>
            <a:xfrm>
              <a:off x="4438955"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sp>
          <p:nvSpPr>
            <p:cNvPr id="11" name="Rounded Rectangle 10">
              <a:extLst>
                <a:ext uri="{FF2B5EF4-FFF2-40B4-BE49-F238E27FC236}">
                  <a16:creationId xmlns:a16="http://schemas.microsoft.com/office/drawing/2014/main" id="{2D70B812-90BE-EFF0-A375-351B45F9E2A0}"/>
                </a:ext>
              </a:extLst>
            </p:cNvPr>
            <p:cNvSpPr/>
            <p:nvPr userDrawn="1"/>
          </p:nvSpPr>
          <p:spPr>
            <a:xfrm>
              <a:off x="737836"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sp>
          <p:nvSpPr>
            <p:cNvPr id="12" name="Rounded Rectangle 11">
              <a:extLst>
                <a:ext uri="{FF2B5EF4-FFF2-40B4-BE49-F238E27FC236}">
                  <a16:creationId xmlns:a16="http://schemas.microsoft.com/office/drawing/2014/main" id="{F806D2A5-D49A-2B4C-6945-B4D6AAF6AA58}"/>
                </a:ext>
              </a:extLst>
            </p:cNvPr>
            <p:cNvSpPr/>
            <p:nvPr userDrawn="1"/>
          </p:nvSpPr>
          <p:spPr>
            <a:xfrm>
              <a:off x="73783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grpSp>
    </p:spTree>
    <p:extLst>
      <p:ext uri="{BB962C8B-B14F-4D97-AF65-F5344CB8AC3E}">
        <p14:creationId xmlns:p14="http://schemas.microsoft.com/office/powerpoint/2010/main" val="36728649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White Contain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500953" y="457200"/>
            <a:ext cx="5142560" cy="1600200"/>
          </a:xfrm>
        </p:spPr>
        <p:txBody>
          <a:bodyPr anchor="b"/>
          <a:lstStyle>
            <a:lvl1pPr>
              <a:defRPr sz="4267"/>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9AC4573-FE2C-D346-94B5-229A35198143}"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8" name="Round Single Corner of Rectangle 7">
            <a:extLst>
              <a:ext uri="{FF2B5EF4-FFF2-40B4-BE49-F238E27FC236}">
                <a16:creationId xmlns:a16="http://schemas.microsoft.com/office/drawing/2014/main" id="{E9D9364F-7640-F911-F9B3-BD269AE140FD}"/>
              </a:ext>
            </a:extLst>
          </p:cNvPr>
          <p:cNvSpPr/>
          <p:nvPr userDrawn="1"/>
        </p:nvSpPr>
        <p:spPr>
          <a:xfrm rot="10800000">
            <a:off x="6431181" y="-1"/>
            <a:ext cx="5760819" cy="5869517"/>
          </a:xfrm>
          <a:prstGeom prst="round1Rect">
            <a:avLst>
              <a:gd name="adj" fmla="val 157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Outfit Light" pitchFamily="2" charset="0"/>
            </a:endParaRPr>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500103" y="2325158"/>
            <a:ext cx="5142560" cy="3544359"/>
          </a:xfrm>
        </p:spPr>
        <p:txBody>
          <a:bodyPr>
            <a:normAutofit/>
          </a:bodyPr>
          <a:lstStyle>
            <a:lvl1pPr>
              <a:buClr>
                <a:schemeClr val="tx1"/>
              </a:buClr>
              <a:defRPr sz="3200"/>
            </a:lvl1pPr>
            <a:lvl2pPr>
              <a:buClr>
                <a:schemeClr val="tx1"/>
              </a:buClr>
              <a:defRPr sz="2667"/>
            </a:lvl2pPr>
            <a:lvl3pPr>
              <a:buClr>
                <a:schemeClr val="tx1"/>
              </a:buClr>
              <a:defRPr sz="2400"/>
            </a:lvl3pPr>
            <a:lvl4pPr>
              <a:buClr>
                <a:schemeClr val="tx1"/>
              </a:buClr>
              <a:defRPr sz="2133"/>
            </a:lvl4pPr>
            <a:lvl5pPr>
              <a:buClr>
                <a:schemeClr val="tx1"/>
              </a:buClr>
              <a:defRPr sz="2133"/>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366AB042-33D2-AF6C-C382-47B2851991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3059" y="6074827"/>
            <a:ext cx="728100" cy="308043"/>
          </a:xfrm>
          <a:prstGeom prst="rect">
            <a:avLst/>
          </a:prstGeom>
        </p:spPr>
      </p:pic>
    </p:spTree>
    <p:extLst>
      <p:ext uri="{BB962C8B-B14F-4D97-AF65-F5344CB8AC3E}">
        <p14:creationId xmlns:p14="http://schemas.microsoft.com/office/powerpoint/2010/main" val="1295795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62704-0E1C-9397-E348-29721F6DE99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B27EE6A-B54E-B7F7-240D-9E6057722FDC}"/>
              </a:ext>
            </a:extLst>
          </p:cNvPr>
          <p:cNvSpPr>
            <a:spLocks noGrp="1"/>
          </p:cNvSpPr>
          <p:nvPr>
            <p:ph sz="half" idx="1"/>
          </p:nvPr>
        </p:nvSpPr>
        <p:spPr>
          <a:xfrm>
            <a:off x="500103" y="1826684"/>
            <a:ext cx="5156200" cy="434974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867281A-E911-2BEF-9A1F-C54E8A2D418C}"/>
              </a:ext>
            </a:extLst>
          </p:cNvPr>
          <p:cNvSpPr>
            <a:spLocks noGrp="1"/>
          </p:cNvSpPr>
          <p:nvPr>
            <p:ph sz="half" idx="2"/>
          </p:nvPr>
        </p:nvSpPr>
        <p:spPr>
          <a:xfrm>
            <a:off x="5859503" y="1826684"/>
            <a:ext cx="5156200" cy="434974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986D3B9-0985-24EE-1FE1-CF4099EDD72F}"/>
              </a:ext>
            </a:extLst>
          </p:cNvPr>
          <p:cNvSpPr>
            <a:spLocks noGrp="1"/>
          </p:cNvSpPr>
          <p:nvPr>
            <p:ph type="dt" sz="half" idx="10"/>
          </p:nvPr>
        </p:nvSpPr>
        <p:spPr/>
        <p:txBody>
          <a:bodyPr/>
          <a:lstStyle/>
          <a:p>
            <a:fld id="{F0501BE8-2B0B-6B4A-8735-36A00D72CA1D}" type="datetime1">
              <a:rPr lang="en-GB" smtClean="0"/>
              <a:t>06/12/2025</a:t>
            </a:fld>
            <a:endParaRPr lang="en-US"/>
          </a:p>
        </p:txBody>
      </p:sp>
      <p:sp>
        <p:nvSpPr>
          <p:cNvPr id="7" name="Slide Number Placeholder 6">
            <a:extLst>
              <a:ext uri="{FF2B5EF4-FFF2-40B4-BE49-F238E27FC236}">
                <a16:creationId xmlns:a16="http://schemas.microsoft.com/office/drawing/2014/main" id="{88CF2E6E-C0CC-FF12-9A5E-0E4C5351BC05}"/>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5E3D8C02-941C-F029-E6E7-EA2BD40DFFA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34322428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25F0E8-F5F1-60C4-3084-306D732AFD46}"/>
              </a:ext>
            </a:extLst>
          </p:cNvPr>
          <p:cNvSpPr>
            <a:spLocks noGrp="1"/>
          </p:cNvSpPr>
          <p:nvPr>
            <p:ph type="pic" sz="quarter" idx="13"/>
          </p:nvPr>
        </p:nvSpPr>
        <p:spPr>
          <a:xfrm>
            <a:off x="0" y="0"/>
            <a:ext cx="12192000" cy="6858000"/>
          </a:xfrm>
        </p:spPr>
        <p:txBody>
          <a:bodyPr/>
          <a:lstStyle/>
          <a:p>
            <a:endParaRPr lang="en-US"/>
          </a:p>
        </p:txBody>
      </p:sp>
      <p:sp>
        <p:nvSpPr>
          <p:cNvPr id="2" name="Title 1">
            <a:extLst>
              <a:ext uri="{FF2B5EF4-FFF2-40B4-BE49-F238E27FC236}">
                <a16:creationId xmlns:a16="http://schemas.microsoft.com/office/drawing/2014/main" id="{3F73E142-DAA7-27A2-8354-3A782E076030}"/>
              </a:ext>
            </a:extLst>
          </p:cNvPr>
          <p:cNvSpPr>
            <a:spLocks noGrp="1"/>
          </p:cNvSpPr>
          <p:nvPr>
            <p:ph type="title"/>
          </p:nvPr>
        </p:nvSpPr>
        <p:spPr>
          <a:xfrm>
            <a:off x="488151" y="736956"/>
            <a:ext cx="10515600" cy="2853267"/>
          </a:xfrm>
        </p:spPr>
        <p:txBody>
          <a:bodyPr anchor="b"/>
          <a:lstStyle>
            <a:lvl1pPr>
              <a:defRPr sz="8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B7E803F-EF23-8347-5303-1873D6E22557}"/>
              </a:ext>
            </a:extLst>
          </p:cNvPr>
          <p:cNvSpPr>
            <a:spLocks noGrp="1"/>
          </p:cNvSpPr>
          <p:nvPr>
            <p:ph type="body" idx="1"/>
          </p:nvPr>
        </p:nvSpPr>
        <p:spPr>
          <a:xfrm>
            <a:off x="488151" y="3615623"/>
            <a:ext cx="10515600" cy="1500717"/>
          </a:xfrm>
        </p:spPr>
        <p:txBody>
          <a:bodyPr/>
          <a:lstStyle>
            <a:lvl1pPr marL="0" indent="0">
              <a:buNone/>
              <a:defRPr sz="3200">
                <a:solidFill>
                  <a:schemeClr val="tx1">
                    <a:tint val="75000"/>
                  </a:schemeClr>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8AB8DA-5AF4-DA55-F9DC-4F3507D534D5}"/>
              </a:ext>
            </a:extLst>
          </p:cNvPr>
          <p:cNvSpPr>
            <a:spLocks noGrp="1"/>
          </p:cNvSpPr>
          <p:nvPr>
            <p:ph type="dt" sz="half" idx="10"/>
          </p:nvPr>
        </p:nvSpPr>
        <p:spPr/>
        <p:txBody>
          <a:bodyPr/>
          <a:lstStyle/>
          <a:p>
            <a:fld id="{CD4A11D9-B955-6D4E-924E-589B300E56CD}" type="datetime1">
              <a:rPr lang="en-GB" smtClean="0"/>
              <a:t>06/12/2025</a:t>
            </a:fld>
            <a:endParaRPr lang="en-US"/>
          </a:p>
        </p:txBody>
      </p:sp>
      <p:sp>
        <p:nvSpPr>
          <p:cNvPr id="6" name="Slide Number Placeholder 5">
            <a:extLst>
              <a:ext uri="{FF2B5EF4-FFF2-40B4-BE49-F238E27FC236}">
                <a16:creationId xmlns:a16="http://schemas.microsoft.com/office/drawing/2014/main" id="{62FAD0A0-72F8-A422-2355-060C5E7387C3}"/>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576D4C21-94F7-3567-9B76-A2CDBE60465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17396247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with Caption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500953" y="457200"/>
            <a:ext cx="5142560" cy="1600200"/>
          </a:xfrm>
        </p:spPr>
        <p:txBody>
          <a:bodyPr anchor="b"/>
          <a:lstStyle>
            <a:lvl1pPr>
              <a:defRPr sz="4267"/>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9AC4573-FE2C-D346-94B5-229A35198143}"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500103" y="2325158"/>
            <a:ext cx="5142560" cy="3544359"/>
          </a:xfrm>
        </p:spPr>
        <p:txBody>
          <a:bodyPr>
            <a:normAutofit/>
          </a:bodyPr>
          <a:lstStyle>
            <a:lvl1pPr>
              <a:buClr>
                <a:schemeClr val="accent1"/>
              </a:buClr>
              <a:defRPr sz="3200"/>
            </a:lvl1pPr>
            <a:lvl2pPr>
              <a:buClr>
                <a:schemeClr val="accent1"/>
              </a:buClr>
              <a:defRPr sz="2667"/>
            </a:lvl2pPr>
            <a:lvl3pPr>
              <a:buClr>
                <a:schemeClr val="accent1"/>
              </a:buClr>
              <a:defRPr sz="2400"/>
            </a:lvl3pPr>
            <a:lvl4pPr>
              <a:buClr>
                <a:schemeClr val="accent1"/>
              </a:buClr>
              <a:defRPr sz="2133"/>
            </a:lvl4pPr>
            <a:lvl5pPr>
              <a:buClr>
                <a:schemeClr val="accent1"/>
              </a:buClr>
              <a:defRPr sz="2133"/>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3" name="Picture 12">
            <a:extLst>
              <a:ext uri="{FF2B5EF4-FFF2-40B4-BE49-F238E27FC236}">
                <a16:creationId xmlns:a16="http://schemas.microsoft.com/office/drawing/2014/main" id="{7C859345-2B48-7408-B9FC-93473DEE30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10" name="Picture Placeholder 9">
            <a:extLst>
              <a:ext uri="{FF2B5EF4-FFF2-40B4-BE49-F238E27FC236}">
                <a16:creationId xmlns:a16="http://schemas.microsoft.com/office/drawing/2014/main" id="{DA6D3706-E79A-720B-0681-29BC862ABD24}"/>
              </a:ext>
            </a:extLst>
          </p:cNvPr>
          <p:cNvSpPr>
            <a:spLocks noGrp="1"/>
          </p:cNvSpPr>
          <p:nvPr>
            <p:ph type="pic" sz="quarter" idx="13"/>
          </p:nvPr>
        </p:nvSpPr>
        <p:spPr>
          <a:xfrm>
            <a:off x="6430332" y="10335"/>
            <a:ext cx="5761669" cy="5870384"/>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7740348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with Caption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6592239" y="457200"/>
            <a:ext cx="5142560" cy="1600200"/>
          </a:xfrm>
        </p:spPr>
        <p:txBody>
          <a:bodyPr anchor="b"/>
          <a:lstStyle>
            <a:lvl1pPr>
              <a:defRPr sz="4267"/>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12F4358-7872-7045-8E26-B70E23714E9F}"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6592239" y="2325158"/>
            <a:ext cx="5142560" cy="3544359"/>
          </a:xfrm>
        </p:spPr>
        <p:txBody>
          <a:bodyPr>
            <a:normAutofit/>
          </a:bodyPr>
          <a:lstStyle>
            <a:lvl1pPr>
              <a:buClr>
                <a:schemeClr val="accent1"/>
              </a:buClr>
              <a:defRPr sz="3200"/>
            </a:lvl1pPr>
            <a:lvl2pPr>
              <a:buClr>
                <a:schemeClr val="accent1"/>
              </a:buClr>
              <a:defRPr sz="2667"/>
            </a:lvl2pPr>
            <a:lvl3pPr>
              <a:buClr>
                <a:schemeClr val="accent1"/>
              </a:buClr>
              <a:defRPr sz="2400"/>
            </a:lvl3pPr>
            <a:lvl4pPr>
              <a:buClr>
                <a:schemeClr val="accent1"/>
              </a:buClr>
              <a:defRPr sz="2133"/>
            </a:lvl4pPr>
            <a:lvl5pPr>
              <a:buClr>
                <a:schemeClr val="accent1"/>
              </a:buClr>
              <a:defRPr sz="2133"/>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DA64D12E-29B6-4024-75B6-3367AA77A4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11" name="Picture Placeholder 10">
            <a:extLst>
              <a:ext uri="{FF2B5EF4-FFF2-40B4-BE49-F238E27FC236}">
                <a16:creationId xmlns:a16="http://schemas.microsoft.com/office/drawing/2014/main" id="{990699E0-C88B-EE65-CF5E-576FE0E6EF73}"/>
              </a:ext>
            </a:extLst>
          </p:cNvPr>
          <p:cNvSpPr>
            <a:spLocks noGrp="1"/>
          </p:cNvSpPr>
          <p:nvPr>
            <p:ph type="pic" sz="quarter" idx="13"/>
          </p:nvPr>
        </p:nvSpPr>
        <p:spPr>
          <a:xfrm>
            <a:off x="0" y="0"/>
            <a:ext cx="5869517" cy="5760819"/>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29698114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with Caption Righ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6592239" y="457200"/>
            <a:ext cx="5142560" cy="1600200"/>
          </a:xfrm>
        </p:spPr>
        <p:txBody>
          <a:bodyPr anchor="b"/>
          <a:lstStyle>
            <a:lvl1pPr>
              <a:defRPr sz="4267"/>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0FC86DFC-2749-0949-A903-DD3A2385A57C}"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6592239" y="2325158"/>
            <a:ext cx="5142560" cy="3544359"/>
          </a:xfrm>
        </p:spPr>
        <p:txBody>
          <a:bodyPr>
            <a:normAutofit/>
          </a:bodyPr>
          <a:lstStyle>
            <a:lvl1pPr>
              <a:buClr>
                <a:schemeClr val="tx1"/>
              </a:buClr>
              <a:defRPr sz="3200"/>
            </a:lvl1pPr>
            <a:lvl2pPr>
              <a:buClr>
                <a:schemeClr val="tx1"/>
              </a:buClr>
              <a:defRPr sz="2667"/>
            </a:lvl2pPr>
            <a:lvl3pPr>
              <a:buClr>
                <a:schemeClr val="tx1"/>
              </a:buClr>
              <a:defRPr sz="2400"/>
            </a:lvl3pPr>
            <a:lvl4pPr>
              <a:buClr>
                <a:schemeClr val="tx1"/>
              </a:buClr>
              <a:defRPr sz="2133"/>
            </a:lvl4pPr>
            <a:lvl5pPr>
              <a:buClr>
                <a:schemeClr val="tx1"/>
              </a:buClr>
              <a:defRPr sz="2133"/>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Picture 8">
            <a:extLst>
              <a:ext uri="{FF2B5EF4-FFF2-40B4-BE49-F238E27FC236}">
                <a16:creationId xmlns:a16="http://schemas.microsoft.com/office/drawing/2014/main" id="{F6423D9E-98AA-549D-5D65-976FB64061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3059" y="6074827"/>
            <a:ext cx="728100" cy="308043"/>
          </a:xfrm>
          <a:prstGeom prst="rect">
            <a:avLst/>
          </a:prstGeom>
        </p:spPr>
      </p:pic>
      <p:sp>
        <p:nvSpPr>
          <p:cNvPr id="6" name="Picture Placeholder 5">
            <a:extLst>
              <a:ext uri="{FF2B5EF4-FFF2-40B4-BE49-F238E27FC236}">
                <a16:creationId xmlns:a16="http://schemas.microsoft.com/office/drawing/2014/main" id="{86506CC4-37C9-6069-50BC-0B27E5FA021E}"/>
              </a:ext>
            </a:extLst>
          </p:cNvPr>
          <p:cNvSpPr>
            <a:spLocks noGrp="1"/>
          </p:cNvSpPr>
          <p:nvPr>
            <p:ph type="pic" sz="quarter" idx="13"/>
          </p:nvPr>
        </p:nvSpPr>
        <p:spPr>
          <a:xfrm>
            <a:off x="0" y="0"/>
            <a:ext cx="5869517" cy="5760819"/>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11493790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icture with Caption Lef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500953" y="457200"/>
            <a:ext cx="5142560" cy="1600200"/>
          </a:xfrm>
        </p:spPr>
        <p:txBody>
          <a:bodyPr anchor="b"/>
          <a:lstStyle>
            <a:lvl1pPr>
              <a:defRPr sz="4267"/>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F233C6DD-C821-6C4C-8902-4089A37EB26A}"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500103" y="2325158"/>
            <a:ext cx="5142560" cy="3544359"/>
          </a:xfrm>
        </p:spPr>
        <p:txBody>
          <a:bodyPr>
            <a:normAutofit/>
          </a:bodyPr>
          <a:lstStyle>
            <a:lvl1pPr>
              <a:buClr>
                <a:schemeClr val="tx1"/>
              </a:buClr>
              <a:defRPr sz="3200"/>
            </a:lvl1pPr>
            <a:lvl2pPr>
              <a:buClr>
                <a:schemeClr val="tx1"/>
              </a:buClr>
              <a:defRPr sz="2667"/>
            </a:lvl2pPr>
            <a:lvl3pPr>
              <a:buClr>
                <a:schemeClr val="tx1"/>
              </a:buClr>
              <a:defRPr sz="2400"/>
            </a:lvl3pPr>
            <a:lvl4pPr>
              <a:buClr>
                <a:schemeClr val="tx1"/>
              </a:buClr>
              <a:defRPr sz="2133"/>
            </a:lvl4pPr>
            <a:lvl5pPr>
              <a:buClr>
                <a:schemeClr val="tx1"/>
              </a:buClr>
              <a:defRPr sz="2133"/>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5E2EB0CB-6F24-1A96-F589-420A8A2589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3059" y="6074827"/>
            <a:ext cx="728100" cy="308043"/>
          </a:xfrm>
          <a:prstGeom prst="rect">
            <a:avLst/>
          </a:prstGeom>
        </p:spPr>
      </p:pic>
      <p:sp>
        <p:nvSpPr>
          <p:cNvPr id="6" name="Picture Placeholder 5">
            <a:extLst>
              <a:ext uri="{FF2B5EF4-FFF2-40B4-BE49-F238E27FC236}">
                <a16:creationId xmlns:a16="http://schemas.microsoft.com/office/drawing/2014/main" id="{3DAF8107-1F67-F3DD-F642-04E5F35BE4BF}"/>
              </a:ext>
            </a:extLst>
          </p:cNvPr>
          <p:cNvSpPr>
            <a:spLocks noGrp="1"/>
          </p:cNvSpPr>
          <p:nvPr>
            <p:ph type="pic" sz="quarter" idx="13"/>
          </p:nvPr>
        </p:nvSpPr>
        <p:spPr>
          <a:xfrm>
            <a:off x="6430332" y="10335"/>
            <a:ext cx="5761669" cy="5870384"/>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28070199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icture with Caption Right Dark">
    <p:bg>
      <p:bgPr>
        <a:gradFill>
          <a:gsLst>
            <a:gs pos="0">
              <a:schemeClr val="tx2"/>
            </a:gs>
            <a:gs pos="100000">
              <a:schemeClr val="tx1"/>
            </a:gs>
          </a:gsLst>
          <a:lin ang="3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6592239" y="457200"/>
            <a:ext cx="5142560" cy="1600200"/>
          </a:xfrm>
        </p:spPr>
        <p:txBody>
          <a:bodyPr anchor="b"/>
          <a:lstStyle>
            <a:lvl1pPr>
              <a:defRPr sz="4267">
                <a:solidFill>
                  <a:schemeClr val="bg1"/>
                </a:solidFill>
              </a:defRPr>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lvl1pPr>
              <a:defRPr>
                <a:solidFill>
                  <a:schemeClr val="bg1"/>
                </a:solidFill>
              </a:defRPr>
            </a:lvl1pPr>
          </a:lstStyle>
          <a:p>
            <a:fld id="{B2E0E52D-B26A-6647-98C0-F359F0FA0DC9}"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6592239" y="2325158"/>
            <a:ext cx="5142560" cy="3544359"/>
          </a:xfrm>
        </p:spPr>
        <p:txBody>
          <a:bodyPr>
            <a:normAutofit/>
          </a:bodyPr>
          <a:lstStyle>
            <a:lvl1pPr>
              <a:buClr>
                <a:schemeClr val="accent1"/>
              </a:buClr>
              <a:defRPr sz="3200">
                <a:solidFill>
                  <a:schemeClr val="bg1"/>
                </a:solidFill>
              </a:defRPr>
            </a:lvl1pPr>
            <a:lvl2pPr>
              <a:buClr>
                <a:schemeClr val="accent1"/>
              </a:buClr>
              <a:defRPr sz="2667">
                <a:solidFill>
                  <a:schemeClr val="bg1"/>
                </a:solidFill>
              </a:defRPr>
            </a:lvl2pPr>
            <a:lvl3pPr>
              <a:buClr>
                <a:schemeClr val="accent1"/>
              </a:buClr>
              <a:defRPr sz="2400">
                <a:solidFill>
                  <a:schemeClr val="bg1"/>
                </a:solidFill>
              </a:defRPr>
            </a:lvl3pPr>
            <a:lvl4pPr>
              <a:buClr>
                <a:schemeClr val="accent1"/>
              </a:buClr>
              <a:defRPr sz="2133">
                <a:solidFill>
                  <a:schemeClr val="bg1"/>
                </a:solidFill>
              </a:defRPr>
            </a:lvl4pPr>
            <a:lvl5pPr>
              <a:buClr>
                <a:schemeClr val="accent1"/>
              </a:buClr>
              <a:defRPr sz="2133">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DA64D12E-29B6-4024-75B6-3367AA77A4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4" name="Picture Placeholder 3">
            <a:extLst>
              <a:ext uri="{FF2B5EF4-FFF2-40B4-BE49-F238E27FC236}">
                <a16:creationId xmlns:a16="http://schemas.microsoft.com/office/drawing/2014/main" id="{45346D8F-BE67-2A37-EEAD-442FFA1962D0}"/>
              </a:ext>
            </a:extLst>
          </p:cNvPr>
          <p:cNvSpPr>
            <a:spLocks noGrp="1"/>
          </p:cNvSpPr>
          <p:nvPr>
            <p:ph type="pic" sz="quarter" idx="13"/>
          </p:nvPr>
        </p:nvSpPr>
        <p:spPr>
          <a:xfrm>
            <a:off x="0" y="0"/>
            <a:ext cx="5869517" cy="5760819"/>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6910744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Left Dark">
    <p:bg>
      <p:bgPr>
        <a:gradFill>
          <a:gsLst>
            <a:gs pos="0">
              <a:schemeClr val="tx2"/>
            </a:gs>
            <a:gs pos="100000">
              <a:schemeClr val="tx1"/>
            </a:gs>
          </a:gsLst>
          <a:lin ang="3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500953" y="457200"/>
            <a:ext cx="5142560" cy="1600200"/>
          </a:xfrm>
        </p:spPr>
        <p:txBody>
          <a:bodyPr anchor="b"/>
          <a:lstStyle>
            <a:lvl1pPr>
              <a:defRPr sz="4267">
                <a:solidFill>
                  <a:schemeClr val="bg1"/>
                </a:solidFill>
              </a:defRPr>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lvl1pPr>
              <a:defRPr>
                <a:solidFill>
                  <a:schemeClr val="bg1"/>
                </a:solidFill>
              </a:defRPr>
            </a:lvl1pPr>
          </a:lstStyle>
          <a:p>
            <a:fld id="{1122EC9D-9608-D048-B827-27F744EB6E71}"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500103" y="2325158"/>
            <a:ext cx="5142560" cy="3544359"/>
          </a:xfrm>
        </p:spPr>
        <p:txBody>
          <a:bodyPr>
            <a:normAutofit/>
          </a:bodyPr>
          <a:lstStyle>
            <a:lvl1pPr>
              <a:buClr>
                <a:schemeClr val="accent1"/>
              </a:buClr>
              <a:defRPr sz="3200">
                <a:solidFill>
                  <a:schemeClr val="bg1"/>
                </a:solidFill>
              </a:defRPr>
            </a:lvl1pPr>
            <a:lvl2pPr>
              <a:buClr>
                <a:schemeClr val="accent1"/>
              </a:buClr>
              <a:defRPr sz="2667">
                <a:solidFill>
                  <a:schemeClr val="bg1"/>
                </a:solidFill>
              </a:defRPr>
            </a:lvl2pPr>
            <a:lvl3pPr>
              <a:buClr>
                <a:schemeClr val="accent1"/>
              </a:buClr>
              <a:defRPr sz="2400">
                <a:solidFill>
                  <a:schemeClr val="bg1"/>
                </a:solidFill>
              </a:defRPr>
            </a:lvl3pPr>
            <a:lvl4pPr>
              <a:buClr>
                <a:schemeClr val="accent1"/>
              </a:buClr>
              <a:defRPr sz="2133">
                <a:solidFill>
                  <a:schemeClr val="bg1"/>
                </a:solidFill>
              </a:defRPr>
            </a:lvl4pPr>
            <a:lvl5pPr>
              <a:buClr>
                <a:schemeClr val="accent1"/>
              </a:buClr>
              <a:defRPr sz="2133">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3" name="Picture 12">
            <a:extLst>
              <a:ext uri="{FF2B5EF4-FFF2-40B4-BE49-F238E27FC236}">
                <a16:creationId xmlns:a16="http://schemas.microsoft.com/office/drawing/2014/main" id="{7C859345-2B48-7408-B9FC-93473DEE30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4" name="Picture Placeholder 3">
            <a:extLst>
              <a:ext uri="{FF2B5EF4-FFF2-40B4-BE49-F238E27FC236}">
                <a16:creationId xmlns:a16="http://schemas.microsoft.com/office/drawing/2014/main" id="{4B484570-6241-2AA8-DAED-5F742839FFEF}"/>
              </a:ext>
            </a:extLst>
          </p:cNvPr>
          <p:cNvSpPr>
            <a:spLocks noGrp="1"/>
          </p:cNvSpPr>
          <p:nvPr>
            <p:ph type="pic" sz="quarter" idx="13"/>
          </p:nvPr>
        </p:nvSpPr>
        <p:spPr>
          <a:xfrm>
            <a:off x="6430332" y="28668"/>
            <a:ext cx="5761669" cy="5870384"/>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15708106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Just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EAD93-1930-9CE4-92F9-CB4BBA81341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2F8836D-CD11-8E19-E371-1C055D33C9D8}"/>
              </a:ext>
            </a:extLst>
          </p:cNvPr>
          <p:cNvSpPr>
            <a:spLocks noGrp="1"/>
          </p:cNvSpPr>
          <p:nvPr>
            <p:ph type="dt" idx="10"/>
          </p:nvPr>
        </p:nvSpPr>
        <p:spPr/>
        <p:txBody>
          <a:bodyPr/>
          <a:lstStyle/>
          <a:p>
            <a:fld id="{635A415D-2F1F-B143-BA62-6BABD16E70A1}" type="datetime1">
              <a:rPr lang="en-GB" smtClean="0"/>
              <a:t>06/12/2025</a:t>
            </a:fld>
            <a:endParaRPr lang="en-GB"/>
          </a:p>
        </p:txBody>
      </p:sp>
      <p:sp>
        <p:nvSpPr>
          <p:cNvPr id="4" name="Slide Number Placeholder 3">
            <a:extLst>
              <a:ext uri="{FF2B5EF4-FFF2-40B4-BE49-F238E27FC236}">
                <a16:creationId xmlns:a16="http://schemas.microsoft.com/office/drawing/2014/main" id="{217D6451-A3A9-4898-B96A-F430C3032798}"/>
              </a:ext>
            </a:extLst>
          </p:cNvPr>
          <p:cNvSpPr>
            <a:spLocks noGrp="1"/>
          </p:cNvSpPr>
          <p:nvPr>
            <p:ph type="sldNum" idx="11"/>
          </p:nvPr>
        </p:nvSpPr>
        <p:spPr/>
        <p:txBody>
          <a:bodyPr/>
          <a:lstStyle>
            <a:lvl1pPr algn="r">
              <a:defRPr/>
            </a:lvl1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A47ACEE6-6DDC-172B-7E6A-1F5B9901B8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25437153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lean 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2F8836D-CD11-8E19-E371-1C055D33C9D8}"/>
              </a:ext>
            </a:extLst>
          </p:cNvPr>
          <p:cNvSpPr>
            <a:spLocks noGrp="1"/>
          </p:cNvSpPr>
          <p:nvPr>
            <p:ph type="dt" idx="10"/>
          </p:nvPr>
        </p:nvSpPr>
        <p:spPr/>
        <p:txBody>
          <a:bodyPr/>
          <a:lstStyle/>
          <a:p>
            <a:fld id="{2E9F6446-2BF2-4D44-B716-2ABFAF5C8941}" type="datetime1">
              <a:rPr lang="en-GB" smtClean="0"/>
              <a:t>06/12/2025</a:t>
            </a:fld>
            <a:endParaRPr lang="en-GB"/>
          </a:p>
        </p:txBody>
      </p:sp>
      <p:sp>
        <p:nvSpPr>
          <p:cNvPr id="4" name="Slide Number Placeholder 3">
            <a:extLst>
              <a:ext uri="{FF2B5EF4-FFF2-40B4-BE49-F238E27FC236}">
                <a16:creationId xmlns:a16="http://schemas.microsoft.com/office/drawing/2014/main" id="{217D6451-A3A9-4898-B96A-F430C3032798}"/>
              </a:ext>
            </a:extLst>
          </p:cNvPr>
          <p:cNvSpPr>
            <a:spLocks noGrp="1"/>
          </p:cNvSpPr>
          <p:nvPr>
            <p:ph type="sldNum" idx="11"/>
          </p:nvPr>
        </p:nvSpPr>
        <p:spPr/>
        <p:txBody>
          <a:bodyPr/>
          <a:lstStyle>
            <a:lvl1pPr algn="r">
              <a:defRPr/>
            </a:lvl1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B6E1A223-3602-1C4D-02A2-7752E0A4E5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37261032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FD2358-4116-32B5-F26F-D02226622ED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282312" cy="6908800"/>
          </a:xfrm>
          <a:prstGeom prst="rect">
            <a:avLst/>
          </a:prstGeom>
        </p:spPr>
      </p:pic>
      <p:sp>
        <p:nvSpPr>
          <p:cNvPr id="2" name="Title 1">
            <a:extLst>
              <a:ext uri="{FF2B5EF4-FFF2-40B4-BE49-F238E27FC236}">
                <a16:creationId xmlns:a16="http://schemas.microsoft.com/office/drawing/2014/main" id="{F90EAD93-1930-9CE4-92F9-CB4BBA81341C}"/>
              </a:ext>
            </a:extLst>
          </p:cNvPr>
          <p:cNvSpPr>
            <a:spLocks noGrp="1"/>
          </p:cNvSpPr>
          <p:nvPr>
            <p:ph type="title" hasCustomPrompt="1"/>
          </p:nvPr>
        </p:nvSpPr>
        <p:spPr>
          <a:xfrm>
            <a:off x="500103" y="567346"/>
            <a:ext cx="10515600" cy="1325033"/>
          </a:xfrm>
        </p:spPr>
        <p:txBody>
          <a:bodyPr/>
          <a:lstStyle>
            <a:lvl1pPr>
              <a:defRPr>
                <a:solidFill>
                  <a:schemeClr val="bg1"/>
                </a:solidFill>
              </a:defRPr>
            </a:lvl1pPr>
          </a:lstStyle>
          <a:p>
            <a:r>
              <a:rPr lang="en-GB"/>
              <a:t>Thank you</a:t>
            </a:r>
            <a:endParaRPr lang="en-US"/>
          </a:p>
        </p:txBody>
      </p:sp>
      <p:sp>
        <p:nvSpPr>
          <p:cNvPr id="7" name="Content Placeholder 2">
            <a:extLst>
              <a:ext uri="{FF2B5EF4-FFF2-40B4-BE49-F238E27FC236}">
                <a16:creationId xmlns:a16="http://schemas.microsoft.com/office/drawing/2014/main" id="{1714766F-CA55-B58F-B135-B22E4B21707B}"/>
              </a:ext>
            </a:extLst>
          </p:cNvPr>
          <p:cNvSpPr>
            <a:spLocks noGrp="1"/>
          </p:cNvSpPr>
          <p:nvPr>
            <p:ph sz="half" idx="1"/>
          </p:nvPr>
        </p:nvSpPr>
        <p:spPr>
          <a:xfrm>
            <a:off x="500102" y="2245038"/>
            <a:ext cx="8751473" cy="18700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8" name="Picture 7">
            <a:extLst>
              <a:ext uri="{FF2B5EF4-FFF2-40B4-BE49-F238E27FC236}">
                <a16:creationId xmlns:a16="http://schemas.microsoft.com/office/drawing/2014/main" id="{13895825-72A7-324E-9A24-5E7861E4F73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33105" y="5742414"/>
            <a:ext cx="2836347" cy="363087"/>
          </a:xfrm>
          <a:prstGeom prst="rect">
            <a:avLst/>
          </a:prstGeom>
        </p:spPr>
      </p:pic>
    </p:spTree>
    <p:extLst>
      <p:ext uri="{BB962C8B-B14F-4D97-AF65-F5344CB8AC3E}">
        <p14:creationId xmlns:p14="http://schemas.microsoft.com/office/powerpoint/2010/main" val="103359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End with Addresses">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B82B64C-4A21-48EF-230D-CF646101A9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282312" cy="6908800"/>
          </a:xfrm>
          <a:prstGeom prst="rect">
            <a:avLst/>
          </a:prstGeom>
        </p:spPr>
      </p:pic>
      <p:pic>
        <p:nvPicPr>
          <p:cNvPr id="7" name="Picture 6">
            <a:extLst>
              <a:ext uri="{FF2B5EF4-FFF2-40B4-BE49-F238E27FC236}">
                <a16:creationId xmlns:a16="http://schemas.microsoft.com/office/drawing/2014/main" id="{FCAD9A4C-D34B-B0BC-0E62-A6F8857C8C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36305" y="937331"/>
            <a:ext cx="2836347" cy="363087"/>
          </a:xfrm>
          <a:prstGeom prst="rect">
            <a:avLst/>
          </a:prstGeom>
        </p:spPr>
      </p:pic>
      <p:grpSp>
        <p:nvGrpSpPr>
          <p:cNvPr id="8" name="Group 7">
            <a:extLst>
              <a:ext uri="{FF2B5EF4-FFF2-40B4-BE49-F238E27FC236}">
                <a16:creationId xmlns:a16="http://schemas.microsoft.com/office/drawing/2014/main" id="{9535EE59-ECCB-8065-694C-8E4E76D63E7D}"/>
              </a:ext>
            </a:extLst>
          </p:cNvPr>
          <p:cNvGrpSpPr/>
          <p:nvPr userDrawn="1"/>
        </p:nvGrpSpPr>
        <p:grpSpPr>
          <a:xfrm>
            <a:off x="836306" y="2555969"/>
            <a:ext cx="6192909" cy="3390523"/>
            <a:chOff x="1243806" y="6879747"/>
            <a:chExt cx="5311140" cy="3705984"/>
          </a:xfrm>
        </p:grpSpPr>
        <p:sp>
          <p:nvSpPr>
            <p:cNvPr id="9" name="object 4">
              <a:extLst>
                <a:ext uri="{FF2B5EF4-FFF2-40B4-BE49-F238E27FC236}">
                  <a16:creationId xmlns:a16="http://schemas.microsoft.com/office/drawing/2014/main" id="{5CDD6526-A240-87EB-44B1-FCEC4312E6AF}"/>
                </a:ext>
              </a:extLst>
            </p:cNvPr>
            <p:cNvSpPr txBox="1"/>
            <p:nvPr/>
          </p:nvSpPr>
          <p:spPr>
            <a:xfrm>
              <a:off x="1243806" y="8198706"/>
              <a:ext cx="2432497" cy="1078624"/>
            </a:xfrm>
            <a:prstGeom prst="rect">
              <a:avLst/>
            </a:prstGeom>
          </p:spPr>
          <p:txBody>
            <a:bodyPr vert="horz" wrap="square" lIns="0" tIns="12065" rIns="0" bIns="0" rtlCol="0">
              <a:spAutoFit/>
            </a:bodyPr>
            <a:lstStyle/>
            <a:p>
              <a:pPr marL="16933" marR="6773">
                <a:lnSpc>
                  <a:spcPct val="100000"/>
                </a:lnSpc>
                <a:spcBef>
                  <a:spcPts val="127"/>
                </a:spcBef>
              </a:pPr>
              <a:r>
                <a:rPr sz="1200">
                  <a:solidFill>
                    <a:srgbClr val="FFFFFF"/>
                  </a:solidFill>
                  <a:latin typeface="DM Sans" pitchFamily="2" charset="77"/>
                  <a:cs typeface="Calibri"/>
                </a:rPr>
                <a:t>Microlise Limited </a:t>
              </a:r>
              <a:endParaRPr lang="en-GB" sz="1200">
                <a:solidFill>
                  <a:srgbClr val="FFFFFF"/>
                </a:solidFill>
                <a:latin typeface="DM Sans" pitchFamily="2" charset="77"/>
                <a:cs typeface="Calibri"/>
              </a:endParaRPr>
            </a:p>
            <a:p>
              <a:pPr marL="16933" marR="6773">
                <a:lnSpc>
                  <a:spcPct val="100000"/>
                </a:lnSpc>
                <a:spcBef>
                  <a:spcPts val="127"/>
                </a:spcBef>
              </a:pPr>
              <a:r>
                <a:rPr sz="1200">
                  <a:solidFill>
                    <a:srgbClr val="FFFFFF"/>
                  </a:solidFill>
                  <a:latin typeface="DM Sans" pitchFamily="2" charset="77"/>
                  <a:cs typeface="Calibri"/>
                </a:rPr>
                <a:t>Farrington Way </a:t>
              </a:r>
              <a:endParaRPr lang="en-GB" sz="1200">
                <a:solidFill>
                  <a:srgbClr val="FFFFFF"/>
                </a:solidFill>
                <a:latin typeface="DM Sans" pitchFamily="2" charset="77"/>
                <a:cs typeface="Calibri"/>
              </a:endParaRPr>
            </a:p>
            <a:p>
              <a:pPr marL="16933" marR="6773">
                <a:lnSpc>
                  <a:spcPct val="100000"/>
                </a:lnSpc>
                <a:spcBef>
                  <a:spcPts val="127"/>
                </a:spcBef>
              </a:pPr>
              <a:r>
                <a:rPr sz="1200">
                  <a:solidFill>
                    <a:srgbClr val="FFFFFF"/>
                  </a:solidFill>
                  <a:latin typeface="DM Sans" pitchFamily="2" charset="77"/>
                  <a:cs typeface="Calibri"/>
                </a:rPr>
                <a:t>Eastwood </a:t>
              </a:r>
              <a:endParaRPr lang="en-GB" sz="1200">
                <a:solidFill>
                  <a:srgbClr val="FFFFFF"/>
                </a:solidFill>
                <a:latin typeface="DM Sans" pitchFamily="2" charset="77"/>
                <a:cs typeface="Calibri"/>
              </a:endParaRPr>
            </a:p>
            <a:p>
              <a:pPr marL="16933" marR="6773">
                <a:lnSpc>
                  <a:spcPct val="100000"/>
                </a:lnSpc>
                <a:spcBef>
                  <a:spcPts val="127"/>
                </a:spcBef>
              </a:pPr>
              <a:r>
                <a:rPr sz="1200">
                  <a:solidFill>
                    <a:srgbClr val="FFFFFF"/>
                  </a:solidFill>
                  <a:latin typeface="DM Sans" pitchFamily="2" charset="77"/>
                  <a:cs typeface="Calibri"/>
                </a:rPr>
                <a:t>Nottinghamshire</a:t>
              </a:r>
              <a:endParaRPr lang="en-GB" sz="1200">
                <a:solidFill>
                  <a:srgbClr val="FFFFFF"/>
                </a:solidFill>
                <a:latin typeface="DM Sans" pitchFamily="2" charset="77"/>
                <a:cs typeface="Calibri"/>
              </a:endParaRPr>
            </a:p>
            <a:p>
              <a:pPr marL="16933" marR="6773">
                <a:lnSpc>
                  <a:spcPct val="100000"/>
                </a:lnSpc>
                <a:spcBef>
                  <a:spcPts val="127"/>
                </a:spcBef>
              </a:pPr>
              <a:r>
                <a:rPr sz="1200">
                  <a:solidFill>
                    <a:srgbClr val="FFFFFF"/>
                  </a:solidFill>
                  <a:latin typeface="DM Sans" pitchFamily="2" charset="77"/>
                  <a:cs typeface="Calibri"/>
                </a:rPr>
                <a:t>NG16 3AG</a:t>
              </a:r>
              <a:endParaRPr sz="1200">
                <a:latin typeface="DM Sans" pitchFamily="2" charset="77"/>
                <a:cs typeface="Calibri"/>
              </a:endParaRPr>
            </a:p>
          </p:txBody>
        </p:sp>
        <p:sp>
          <p:nvSpPr>
            <p:cNvPr id="10" name="object 5">
              <a:extLst>
                <a:ext uri="{FF2B5EF4-FFF2-40B4-BE49-F238E27FC236}">
                  <a16:creationId xmlns:a16="http://schemas.microsoft.com/office/drawing/2014/main" id="{D3AEB353-018B-618A-B8F0-7C8493D19746}"/>
                </a:ext>
              </a:extLst>
            </p:cNvPr>
            <p:cNvSpPr txBox="1"/>
            <p:nvPr/>
          </p:nvSpPr>
          <p:spPr>
            <a:xfrm>
              <a:off x="1243807" y="9765024"/>
              <a:ext cx="1500244" cy="820707"/>
            </a:xfrm>
            <a:prstGeom prst="rect">
              <a:avLst/>
            </a:prstGeom>
          </p:spPr>
          <p:txBody>
            <a:bodyPr vert="horz" wrap="square" lIns="0" tIns="12065" rIns="0" bIns="0" rtlCol="0">
              <a:spAutoFit/>
            </a:bodyPr>
            <a:lstStyle/>
            <a:p>
              <a:pPr marL="16933" marR="408083">
                <a:lnSpc>
                  <a:spcPct val="100000"/>
                </a:lnSpc>
                <a:spcBef>
                  <a:spcPts val="127"/>
                </a:spcBef>
              </a:pPr>
              <a:r>
                <a:rPr sz="1200">
                  <a:solidFill>
                    <a:srgbClr val="FFFFFF"/>
                  </a:solidFill>
                  <a:latin typeface="DM Sans" pitchFamily="2" charset="77"/>
                  <a:cs typeface="Calibri"/>
                </a:rPr>
                <a:t>Registered in England &amp; Wales with</a:t>
              </a:r>
              <a:r>
                <a:rPr lang="en-GB" sz="1200">
                  <a:solidFill>
                    <a:srgbClr val="FFFFFF"/>
                  </a:solidFill>
                  <a:latin typeface="DM Sans" pitchFamily="2" charset="77"/>
                  <a:cs typeface="Calibri"/>
                </a:rPr>
                <a:t> </a:t>
              </a:r>
              <a:r>
                <a:rPr sz="1200">
                  <a:solidFill>
                    <a:srgbClr val="FFFFFF"/>
                  </a:solidFill>
                  <a:latin typeface="DM Sans" pitchFamily="2" charset="77"/>
                  <a:cs typeface="Calibri"/>
                </a:rPr>
                <a:t>Company No. 03037936</a:t>
              </a:r>
              <a:endParaRPr sz="1200">
                <a:latin typeface="DM Sans" pitchFamily="2" charset="77"/>
                <a:cs typeface="Calibri"/>
              </a:endParaRPr>
            </a:p>
          </p:txBody>
        </p:sp>
        <p:sp>
          <p:nvSpPr>
            <p:cNvPr id="11" name="object 6">
              <a:extLst>
                <a:ext uri="{FF2B5EF4-FFF2-40B4-BE49-F238E27FC236}">
                  <a16:creationId xmlns:a16="http://schemas.microsoft.com/office/drawing/2014/main" id="{7B1C569B-8C1B-4838-1EA3-33558516C075}"/>
                </a:ext>
              </a:extLst>
            </p:cNvPr>
            <p:cNvSpPr txBox="1"/>
            <p:nvPr/>
          </p:nvSpPr>
          <p:spPr>
            <a:xfrm>
              <a:off x="2744051" y="8198706"/>
              <a:ext cx="1688171" cy="1036572"/>
            </a:xfrm>
            <a:prstGeom prst="rect">
              <a:avLst/>
            </a:prstGeom>
          </p:spPr>
          <p:txBody>
            <a:bodyPr vert="horz" wrap="square" lIns="0" tIns="12065" rIns="0" bIns="0" rtlCol="0">
              <a:spAutoFit/>
            </a:bodyPr>
            <a:lstStyle/>
            <a:p>
              <a:pPr marL="16933" marR="6773">
                <a:lnSpc>
                  <a:spcPct val="100000"/>
                </a:lnSpc>
                <a:spcBef>
                  <a:spcPts val="127"/>
                </a:spcBef>
              </a:pPr>
              <a:r>
                <a:rPr sz="1200">
                  <a:solidFill>
                    <a:srgbClr val="FFFFFF"/>
                  </a:solidFill>
                  <a:latin typeface="DM Sans" pitchFamily="2" charset="77"/>
                  <a:cs typeface="Calibri"/>
                </a:rPr>
                <a:t>Microlise Group plc Farrington Way </a:t>
              </a:r>
              <a:br>
                <a:rPr lang="en-GB" sz="1200">
                  <a:solidFill>
                    <a:srgbClr val="FFFFFF"/>
                  </a:solidFill>
                  <a:latin typeface="DM Sans" pitchFamily="2" charset="77"/>
                  <a:cs typeface="Calibri"/>
                </a:rPr>
              </a:br>
              <a:r>
                <a:rPr sz="1200">
                  <a:solidFill>
                    <a:srgbClr val="FFFFFF"/>
                  </a:solidFill>
                  <a:latin typeface="DM Sans" pitchFamily="2" charset="77"/>
                  <a:cs typeface="Calibri"/>
                </a:rPr>
                <a:t>Eastwood </a:t>
              </a:r>
              <a:br>
                <a:rPr lang="en-GB" sz="1200">
                  <a:solidFill>
                    <a:srgbClr val="FFFFFF"/>
                  </a:solidFill>
                  <a:latin typeface="DM Sans" pitchFamily="2" charset="77"/>
                  <a:cs typeface="Calibri"/>
                </a:rPr>
              </a:br>
              <a:r>
                <a:rPr sz="1200">
                  <a:solidFill>
                    <a:srgbClr val="FFFFFF"/>
                  </a:solidFill>
                  <a:latin typeface="DM Sans" pitchFamily="2" charset="77"/>
                  <a:cs typeface="Calibri"/>
                </a:rPr>
                <a:t>Nottinghamshire </a:t>
              </a:r>
              <a:endParaRPr lang="en-GB" sz="1200">
                <a:solidFill>
                  <a:srgbClr val="FFFFFF"/>
                </a:solidFill>
                <a:latin typeface="DM Sans" pitchFamily="2" charset="77"/>
                <a:cs typeface="Calibri"/>
              </a:endParaRPr>
            </a:p>
            <a:p>
              <a:pPr marL="16933" marR="6773">
                <a:lnSpc>
                  <a:spcPct val="100000"/>
                </a:lnSpc>
                <a:spcBef>
                  <a:spcPts val="127"/>
                </a:spcBef>
              </a:pPr>
              <a:r>
                <a:rPr sz="1200">
                  <a:solidFill>
                    <a:srgbClr val="FFFFFF"/>
                  </a:solidFill>
                  <a:latin typeface="DM Sans" pitchFamily="2" charset="77"/>
                  <a:cs typeface="Calibri"/>
                </a:rPr>
                <a:t>NG16 3AG</a:t>
              </a:r>
              <a:endParaRPr sz="1200">
                <a:latin typeface="DM Sans" pitchFamily="2" charset="77"/>
                <a:cs typeface="Calibri"/>
              </a:endParaRPr>
            </a:p>
          </p:txBody>
        </p:sp>
        <p:sp>
          <p:nvSpPr>
            <p:cNvPr id="12" name="object 7">
              <a:extLst>
                <a:ext uri="{FF2B5EF4-FFF2-40B4-BE49-F238E27FC236}">
                  <a16:creationId xmlns:a16="http://schemas.microsoft.com/office/drawing/2014/main" id="{BFF300BA-FBA5-33AB-D570-DEF601C7592E}"/>
                </a:ext>
              </a:extLst>
            </p:cNvPr>
            <p:cNvSpPr txBox="1"/>
            <p:nvPr/>
          </p:nvSpPr>
          <p:spPr>
            <a:xfrm>
              <a:off x="2744052" y="9765024"/>
              <a:ext cx="1308883" cy="820707"/>
            </a:xfrm>
            <a:prstGeom prst="rect">
              <a:avLst/>
            </a:prstGeom>
          </p:spPr>
          <p:txBody>
            <a:bodyPr vert="horz" wrap="square" lIns="0" tIns="12065" rIns="0" bIns="0" rtlCol="0">
              <a:spAutoFit/>
            </a:bodyPr>
            <a:lstStyle/>
            <a:p>
              <a:pPr marL="16933" marR="6773">
                <a:lnSpc>
                  <a:spcPct val="100000"/>
                </a:lnSpc>
                <a:spcBef>
                  <a:spcPts val="127"/>
                </a:spcBef>
              </a:pPr>
              <a:r>
                <a:rPr sz="1200">
                  <a:solidFill>
                    <a:srgbClr val="FFFFFF"/>
                  </a:solidFill>
                  <a:latin typeface="DM Sans" pitchFamily="2" charset="77"/>
                  <a:cs typeface="Calibri"/>
                </a:rPr>
                <a:t>Registered in England &amp;  Wales with Company No. 11553192</a:t>
              </a:r>
              <a:endParaRPr sz="1200">
                <a:latin typeface="DM Sans" pitchFamily="2" charset="77"/>
                <a:cs typeface="Calibri"/>
              </a:endParaRPr>
            </a:p>
          </p:txBody>
        </p:sp>
        <p:sp>
          <p:nvSpPr>
            <p:cNvPr id="13" name="object 16">
              <a:extLst>
                <a:ext uri="{FF2B5EF4-FFF2-40B4-BE49-F238E27FC236}">
                  <a16:creationId xmlns:a16="http://schemas.microsoft.com/office/drawing/2014/main" id="{434445B8-5756-9429-2A0F-FEE153B50457}"/>
                </a:ext>
              </a:extLst>
            </p:cNvPr>
            <p:cNvSpPr txBox="1"/>
            <p:nvPr/>
          </p:nvSpPr>
          <p:spPr>
            <a:xfrm>
              <a:off x="1243806" y="6879747"/>
              <a:ext cx="5311140" cy="557184"/>
            </a:xfrm>
            <a:prstGeom prst="rect">
              <a:avLst/>
            </a:prstGeom>
          </p:spPr>
          <p:txBody>
            <a:bodyPr vert="horz" wrap="square" lIns="0" tIns="17145" rIns="0" bIns="0" rtlCol="0">
              <a:spAutoFit/>
            </a:bodyPr>
            <a:lstStyle/>
            <a:p>
              <a:pPr marL="16933">
                <a:lnSpc>
                  <a:spcPct val="100000"/>
                </a:lnSpc>
                <a:spcBef>
                  <a:spcPts val="180"/>
                </a:spcBef>
              </a:pPr>
              <a:r>
                <a:rPr sz="3200">
                  <a:solidFill>
                    <a:schemeClr val="accent1"/>
                  </a:solidFill>
                  <a:latin typeface="DM Sans" pitchFamily="2" charset="77"/>
                  <a:cs typeface="Calibri"/>
                </a:rPr>
                <a:t>www.microlise.com</a:t>
              </a:r>
              <a:r>
                <a:rPr lang="en-GB" sz="3200">
                  <a:solidFill>
                    <a:schemeClr val="accent1"/>
                  </a:solidFill>
                  <a:latin typeface="DM Sans" pitchFamily="2" charset="77"/>
                  <a:cs typeface="Calibri"/>
                </a:rPr>
                <a:t> </a:t>
              </a:r>
              <a:endParaRPr sz="3200">
                <a:solidFill>
                  <a:schemeClr val="accent1"/>
                </a:solidFill>
                <a:latin typeface="DM Sans" pitchFamily="2" charset="77"/>
                <a:cs typeface="Calibri"/>
              </a:endParaRPr>
            </a:p>
          </p:txBody>
        </p:sp>
      </p:grpSp>
    </p:spTree>
    <p:extLst>
      <p:ext uri="{BB962C8B-B14F-4D97-AF65-F5344CB8AC3E}">
        <p14:creationId xmlns:p14="http://schemas.microsoft.com/office/powerpoint/2010/main" val="82783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Module Starting Slide">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4580096" cy="6858000"/>
          </a:xfrm>
        </p:spPr>
        <p:txBody>
          <a:bodyPr rtlCol="0"/>
          <a:lstStyle>
            <a:lvl1pPr>
              <a:defRPr>
                <a:solidFill>
                  <a:schemeClr val="tx1">
                    <a:lumMod val="75000"/>
                    <a:lumOff val="25000"/>
                  </a:schemeClr>
                </a:solidFill>
              </a:defRPr>
            </a:lvl1pPr>
          </a:lstStyle>
          <a:p>
            <a:pPr rtl="0"/>
            <a:r>
              <a:rPr lang="en-US" noProof="0"/>
              <a:t>Click icon to add picture</a:t>
            </a:r>
            <a:endParaRPr lang="en-GB" noProof="0"/>
          </a:p>
        </p:txBody>
      </p:sp>
      <p:sp>
        <p:nvSpPr>
          <p:cNvPr id="10" name="Parallelogram 14">
            <a:extLst>
              <a:ext uri="{FF2B5EF4-FFF2-40B4-BE49-F238E27FC236}">
                <a16:creationId xmlns:a16="http://schemas.microsoft.com/office/drawing/2014/main" id="{BA60C70F-7EE5-4927-B922-88B1C47FADB9}"/>
              </a:ext>
            </a:extLst>
          </p:cNvPr>
          <p:cNvSpPr/>
          <p:nvPr userDrawn="1"/>
        </p:nvSpPr>
        <p:spPr>
          <a:xfrm>
            <a:off x="744855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sz="1400" noProof="0"/>
          </a:p>
        </p:txBody>
      </p:sp>
      <p:sp>
        <p:nvSpPr>
          <p:cNvPr id="3" name="Content Placeholder 2"/>
          <p:cNvSpPr>
            <a:spLocks noGrp="1"/>
          </p:cNvSpPr>
          <p:nvPr>
            <p:ph idx="1"/>
          </p:nvPr>
        </p:nvSpPr>
        <p:spPr>
          <a:xfrm>
            <a:off x="4984723" y="2134953"/>
            <a:ext cx="6189797" cy="3755104"/>
          </a:xfrm>
        </p:spPr>
        <p:txBody>
          <a:bodyPr rtlCol="0" anchor="t">
            <a:normAutofit/>
          </a:bodyPr>
          <a:lstStyle>
            <a:lvl1pPr>
              <a:defRPr sz="2000"/>
            </a:lvl1pPr>
            <a:lvl2pPr>
              <a:defRPr sz="1800"/>
            </a:lvl2pPr>
            <a:lvl3pPr>
              <a:defRPr sz="14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itle 1">
            <a:extLst>
              <a:ext uri="{FF2B5EF4-FFF2-40B4-BE49-F238E27FC236}">
                <a16:creationId xmlns:a16="http://schemas.microsoft.com/office/drawing/2014/main" id="{22CFFCFE-1D31-A30F-F50C-B0F2410AF35F}"/>
              </a:ext>
            </a:extLst>
          </p:cNvPr>
          <p:cNvSpPr>
            <a:spLocks noGrp="1"/>
          </p:cNvSpPr>
          <p:nvPr>
            <p:ph type="title"/>
          </p:nvPr>
        </p:nvSpPr>
        <p:spPr>
          <a:xfrm>
            <a:off x="4984723" y="412259"/>
            <a:ext cx="6189797" cy="1111368"/>
          </a:xfrm>
        </p:spPr>
        <p:txBody>
          <a:bodyPr rtlCol="0">
            <a:noAutofit/>
          </a:bodyPr>
          <a:lstStyle>
            <a:lvl1pPr>
              <a:defRPr sz="3600"/>
            </a:lvl1pPr>
          </a:lstStyle>
          <a:p>
            <a:pPr rtl="0"/>
            <a:r>
              <a:rPr lang="en-US" noProof="0"/>
              <a:t>Click to edit Master title style</a:t>
            </a:r>
            <a:endParaRPr lang="en-GB" noProof="0"/>
          </a:p>
        </p:txBody>
      </p:sp>
      <p:cxnSp>
        <p:nvCxnSpPr>
          <p:cNvPr id="7" name="Straight Connector 6">
            <a:extLst>
              <a:ext uri="{FF2B5EF4-FFF2-40B4-BE49-F238E27FC236}">
                <a16:creationId xmlns:a16="http://schemas.microsoft.com/office/drawing/2014/main" id="{7EA5A7F9-815F-CB72-FEA5-B883FA33AAEE}"/>
              </a:ext>
            </a:extLst>
          </p:cNvPr>
          <p:cNvCxnSpPr/>
          <p:nvPr userDrawn="1"/>
        </p:nvCxnSpPr>
        <p:spPr>
          <a:xfrm>
            <a:off x="4984723" y="1768415"/>
            <a:ext cx="6189797" cy="0"/>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98963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10_Content with Caption">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4503928" y="1222867"/>
            <a:ext cx="7075451" cy="4520901"/>
          </a:xfrm>
        </p:spPr>
        <p:txBody>
          <a:bodyPr rtlCol="0"/>
          <a:lstStyle>
            <a:lvl1pPr>
              <a:defRPr>
                <a:solidFill>
                  <a:schemeClr val="tx1">
                    <a:lumMod val="75000"/>
                    <a:lumOff val="25000"/>
                  </a:schemeClr>
                </a:solidFill>
              </a:defRPr>
            </a:lvl1pPr>
          </a:lstStyle>
          <a:p>
            <a:pPr rtl="0"/>
            <a:r>
              <a:rPr lang="en-US" noProof="0"/>
              <a:t>Click icon to add picture</a:t>
            </a:r>
            <a:endParaRPr lang="en-GB" noProof="0"/>
          </a:p>
        </p:txBody>
      </p:sp>
      <p:sp>
        <p:nvSpPr>
          <p:cNvPr id="3" name="Content Placeholder 2"/>
          <p:cNvSpPr>
            <a:spLocks noGrp="1"/>
          </p:cNvSpPr>
          <p:nvPr>
            <p:ph idx="1"/>
          </p:nvPr>
        </p:nvSpPr>
        <p:spPr>
          <a:xfrm>
            <a:off x="141842" y="1363853"/>
            <a:ext cx="3434279" cy="4937360"/>
          </a:xfrm>
        </p:spPr>
        <p:txBody>
          <a:bodyPr rtlCol="0" anchor="t">
            <a:normAutofit/>
          </a:bodyPr>
          <a:lstStyle>
            <a:lvl1pPr>
              <a:defRPr sz="1600"/>
            </a:lvl1pPr>
            <a:lvl2pPr>
              <a:defRPr sz="1400"/>
            </a:lvl2pPr>
            <a:lvl3pPr>
              <a:defRPr sz="1100"/>
            </a:lvl3pPr>
            <a:lvl4pPr>
              <a:defRPr sz="1100"/>
            </a:lvl4pPr>
            <a:lvl5pPr>
              <a:defRPr sz="11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itle 1">
            <a:extLst>
              <a:ext uri="{FF2B5EF4-FFF2-40B4-BE49-F238E27FC236}">
                <a16:creationId xmlns:a16="http://schemas.microsoft.com/office/drawing/2014/main" id="{22CFFCFE-1D31-A30F-F50C-B0F2410AF35F}"/>
              </a:ext>
            </a:extLst>
          </p:cNvPr>
          <p:cNvSpPr>
            <a:spLocks noGrp="1"/>
          </p:cNvSpPr>
          <p:nvPr>
            <p:ph type="title"/>
          </p:nvPr>
        </p:nvSpPr>
        <p:spPr>
          <a:xfrm>
            <a:off x="141841" y="365580"/>
            <a:ext cx="3452385" cy="702877"/>
          </a:xfrm>
        </p:spPr>
        <p:txBody>
          <a:bodyPr rtlCol="0">
            <a:noAutofit/>
          </a:bodyPr>
          <a:lstStyle>
            <a:lvl1pPr>
              <a:defRPr sz="2000"/>
            </a:lvl1pPr>
          </a:lstStyle>
          <a:p>
            <a:pPr rtl="0"/>
            <a:r>
              <a:rPr lang="en-US" noProof="0"/>
              <a:t>Click to edit Master title style</a:t>
            </a:r>
            <a:endParaRPr lang="en-GB" noProof="0"/>
          </a:p>
        </p:txBody>
      </p:sp>
      <p:cxnSp>
        <p:nvCxnSpPr>
          <p:cNvPr id="7" name="Straight Connector 6">
            <a:extLst>
              <a:ext uri="{FF2B5EF4-FFF2-40B4-BE49-F238E27FC236}">
                <a16:creationId xmlns:a16="http://schemas.microsoft.com/office/drawing/2014/main" id="{7EA5A7F9-815F-CB72-FEA5-B883FA33AAEE}"/>
              </a:ext>
            </a:extLst>
          </p:cNvPr>
          <p:cNvCxnSpPr>
            <a:cxnSpLocks/>
          </p:cNvCxnSpPr>
          <p:nvPr userDrawn="1"/>
        </p:nvCxnSpPr>
        <p:spPr>
          <a:xfrm>
            <a:off x="123732" y="1222867"/>
            <a:ext cx="345238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4FC02E08-8FFB-2F32-CE3B-196AD2A7D13E}"/>
              </a:ext>
            </a:extLst>
          </p:cNvPr>
          <p:cNvCxnSpPr>
            <a:cxnSpLocks/>
          </p:cNvCxnSpPr>
          <p:nvPr userDrawn="1"/>
        </p:nvCxnSpPr>
        <p:spPr>
          <a:xfrm>
            <a:off x="3689289" y="365579"/>
            <a:ext cx="0" cy="5935635"/>
          </a:xfrm>
          <a:prstGeom prst="line">
            <a:avLst/>
          </a:prstGeom>
          <a:ln w="952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772602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Rectangle 1"/>
          <p:cNvSpPr/>
          <p:nvPr userDrawn="1"/>
        </p:nvSpPr>
        <p:spPr>
          <a:xfrm>
            <a:off x="-11291" y="-1"/>
            <a:ext cx="5179243" cy="6858001"/>
          </a:xfrm>
          <a:prstGeom prst="rect">
            <a:avLst/>
          </a:prstGeom>
          <a:solidFill>
            <a:srgbClr val="0075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67"/>
          </a:p>
        </p:txBody>
      </p:sp>
      <p:pic>
        <p:nvPicPr>
          <p:cNvPr id="4" name="Picture 2" descr="Y:\Branding &amp; Graphics JD\Microlise Logos\Standard logo\White\PNG\Microlise_Logo_White_800px_web.pn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773238" y="664535"/>
            <a:ext cx="1338137" cy="610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4473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Rectangle 1"/>
          <p:cNvSpPr/>
          <p:nvPr userDrawn="1"/>
        </p:nvSpPr>
        <p:spPr>
          <a:xfrm>
            <a:off x="-11291" y="-1"/>
            <a:ext cx="5179243" cy="6858001"/>
          </a:xfrm>
          <a:prstGeom prst="rect">
            <a:avLst/>
          </a:prstGeom>
          <a:solidFill>
            <a:srgbClr val="0075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a:p>
        </p:txBody>
      </p:sp>
      <p:pic>
        <p:nvPicPr>
          <p:cNvPr id="4" name="Picture 2" descr="Y:\Branding &amp; Graphics JD\Microlise Logos\Standard logo\White\PNG\Microlise_Logo_White_800px_web.pn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773238" y="664535"/>
            <a:ext cx="1338137" cy="610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223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0698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34" Type="http://schemas.openxmlformats.org/officeDocument/2006/relationships/theme" Target="../theme/theme2.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638055-2C64-3A7C-EB0C-E54DBA8F1A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6FB1F4-82BA-02F8-938E-2E204F4773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2AF281-1FA3-E3A0-A5F6-1AED31595F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B0185B30-03A0-AC4D-780A-39EFB4DE82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E01A43C-14AB-D914-ACFE-6F2C6618E8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417E61-C870-4212-B321-8585F03E09CE}" type="slidenum">
              <a:rPr lang="en-IN" smtClean="0"/>
              <a:t>‹#›</a:t>
            </a:fld>
            <a:endParaRPr lang="en-IN"/>
          </a:p>
        </p:txBody>
      </p:sp>
    </p:spTree>
    <p:extLst>
      <p:ext uri="{BB962C8B-B14F-4D97-AF65-F5344CB8AC3E}">
        <p14:creationId xmlns:p14="http://schemas.microsoft.com/office/powerpoint/2010/main" val="2614297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720"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B77C89-30AF-531D-EA53-92B212C544C4}"/>
              </a:ext>
            </a:extLst>
          </p:cNvPr>
          <p:cNvSpPr>
            <a:spLocks noGrp="1"/>
          </p:cNvSpPr>
          <p:nvPr>
            <p:ph type="title"/>
          </p:nvPr>
        </p:nvSpPr>
        <p:spPr>
          <a:xfrm>
            <a:off x="500103" y="366185"/>
            <a:ext cx="10515600" cy="1325033"/>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83950DF-701D-D598-68F0-FCD09E7585B5}"/>
              </a:ext>
            </a:extLst>
          </p:cNvPr>
          <p:cNvSpPr>
            <a:spLocks noGrp="1"/>
          </p:cNvSpPr>
          <p:nvPr>
            <p:ph type="body" idx="1"/>
          </p:nvPr>
        </p:nvSpPr>
        <p:spPr>
          <a:xfrm>
            <a:off x="500103" y="1826684"/>
            <a:ext cx="10515600" cy="434974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DBF03E1-14AE-35AA-9268-AE524D44C954}"/>
              </a:ext>
            </a:extLst>
          </p:cNvPr>
          <p:cNvSpPr>
            <a:spLocks noGrp="1"/>
          </p:cNvSpPr>
          <p:nvPr>
            <p:ph type="dt" sz="half" idx="2"/>
          </p:nvPr>
        </p:nvSpPr>
        <p:spPr>
          <a:xfrm>
            <a:off x="8260549" y="6176434"/>
            <a:ext cx="2743200" cy="366183"/>
          </a:xfrm>
          <a:prstGeom prst="rect">
            <a:avLst/>
          </a:prstGeom>
        </p:spPr>
        <p:txBody>
          <a:bodyPr vert="horz" lIns="91440" tIns="45720" rIns="91440" bIns="45720" rtlCol="0" anchor="ctr"/>
          <a:lstStyle>
            <a:lvl1pPr algn="r">
              <a:defRPr sz="1200" b="0" i="0">
                <a:solidFill>
                  <a:schemeClr val="tx1"/>
                </a:solidFill>
                <a:latin typeface="Outfit Light" pitchFamily="2" charset="0"/>
              </a:defRPr>
            </a:lvl1pPr>
          </a:lstStyle>
          <a:p>
            <a:fld id="{B8DA1A95-0620-4B43-9EA1-72D8A64E0460}" type="datetime1">
              <a:rPr lang="en-GB" smtClean="0"/>
              <a:t>06/12/2025</a:t>
            </a:fld>
            <a:endParaRPr lang="en-US"/>
          </a:p>
        </p:txBody>
      </p:sp>
      <p:sp>
        <p:nvSpPr>
          <p:cNvPr id="6" name="Slide Number Placeholder 5">
            <a:extLst>
              <a:ext uri="{FF2B5EF4-FFF2-40B4-BE49-F238E27FC236}">
                <a16:creationId xmlns:a16="http://schemas.microsoft.com/office/drawing/2014/main" id="{26016C77-B5B6-9D68-8334-B64DFFC7CC16}"/>
              </a:ext>
            </a:extLst>
          </p:cNvPr>
          <p:cNvSpPr>
            <a:spLocks noGrp="1"/>
          </p:cNvSpPr>
          <p:nvPr>
            <p:ph type="sldNum" sz="quarter" idx="4"/>
          </p:nvPr>
        </p:nvSpPr>
        <p:spPr>
          <a:xfrm>
            <a:off x="11003750" y="6176434"/>
            <a:ext cx="812276" cy="366183"/>
          </a:xfrm>
          <a:prstGeom prst="rect">
            <a:avLst/>
          </a:prstGeom>
        </p:spPr>
        <p:txBody>
          <a:bodyPr vert="horz" lIns="91440" tIns="45720" rIns="91440" bIns="45720" rtlCol="0" anchor="ctr"/>
          <a:lstStyle>
            <a:lvl1pPr algn="r">
              <a:defRPr sz="1200" b="0" i="0">
                <a:solidFill>
                  <a:schemeClr val="tx1"/>
                </a:solidFill>
                <a:latin typeface="Outfit Light" pitchFamily="2" charset="0"/>
              </a:defRPr>
            </a:lvl1pPr>
          </a:lstStyle>
          <a:p>
            <a:fld id="{CC0CD38E-35A1-2247-B55D-C6626AF9BA09}" type="slidenum">
              <a:rPr lang="en-US" smtClean="0"/>
              <a:pPr/>
              <a:t>‹#›</a:t>
            </a:fld>
            <a:endParaRPr lang="en-US"/>
          </a:p>
        </p:txBody>
      </p:sp>
    </p:spTree>
    <p:extLst>
      <p:ext uri="{BB962C8B-B14F-4D97-AF65-F5344CB8AC3E}">
        <p14:creationId xmlns:p14="http://schemas.microsoft.com/office/powerpoint/2010/main" val="40460100"/>
      </p:ext>
    </p:extLst>
  </p:cSld>
  <p:clrMap bg1="lt1" tx1="dk1" bg2="lt2" tx2="dk2" accent1="accent1" accent2="accent2" accent3="accent3" accent4="accent4" accent5="accent5" accent6="accent6" hlink="hlink" folHlink="folHlink"/>
  <p:sldLayoutIdLst>
    <p:sldLayoutId id="2147483654" r:id="rId1"/>
    <p:sldLayoutId id="2147483680" r:id="rId2"/>
    <p:sldLayoutId id="2147483673"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4" r:id="rId13"/>
    <p:sldLayoutId id="2147483681" r:id="rId14"/>
    <p:sldLayoutId id="2147483672" r:id="rId15"/>
    <p:sldLayoutId id="2147483722" r:id="rId16"/>
    <p:sldLayoutId id="2147483723" r:id="rId17"/>
    <p:sldLayoutId id="2147483675" r:id="rId18"/>
    <p:sldLayoutId id="2147483676" r:id="rId19"/>
    <p:sldLayoutId id="2147483677" r:id="rId20"/>
    <p:sldLayoutId id="2147483678" r:id="rId21"/>
    <p:sldLayoutId id="2147483679" r:id="rId22"/>
    <p:sldLayoutId id="2147483721" r:id="rId23"/>
    <p:sldLayoutId id="2147483724" r:id="rId24"/>
    <p:sldLayoutId id="2147483682" r:id="rId25"/>
    <p:sldLayoutId id="2147483683" r:id="rId26"/>
    <p:sldLayoutId id="2147483684" r:id="rId27"/>
    <p:sldLayoutId id="2147483685" r:id="rId28"/>
    <p:sldLayoutId id="2147483686" r:id="rId29"/>
    <p:sldLayoutId id="2147483687" r:id="rId30"/>
    <p:sldLayoutId id="2147483715" r:id="rId31"/>
    <p:sldLayoutId id="2147483688" r:id="rId32"/>
    <p:sldLayoutId id="2147483689" r:id="rId33"/>
  </p:sldLayoutIdLst>
  <p:hf hdr="0" ftr="0" dt="0"/>
  <p:txStyles>
    <p:titleStyle>
      <a:lvl1pPr algn="l" defTabSz="1219170" rtl="0" eaLnBrk="1" latinLnBrk="0" hangingPunct="1">
        <a:lnSpc>
          <a:spcPct val="90000"/>
        </a:lnSpc>
        <a:spcBef>
          <a:spcPct val="0"/>
        </a:spcBef>
        <a:buNone/>
        <a:defRPr sz="5333" kern="1200">
          <a:solidFill>
            <a:schemeClr val="tx1"/>
          </a:solidFill>
          <a:latin typeface="Archia" panose="02000503000000020004" pitchFamily="2" charset="77"/>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b="0" i="0" kern="1200">
          <a:solidFill>
            <a:schemeClr val="tx1"/>
          </a:solidFill>
          <a:latin typeface="Outfit Light" pitchFamily="2" charset="0"/>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b="0" i="0" kern="1200">
          <a:solidFill>
            <a:schemeClr val="tx1"/>
          </a:solidFill>
          <a:latin typeface="Outfit Light" pitchFamily="2" charset="0"/>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b="0" i="0" kern="1200">
          <a:solidFill>
            <a:schemeClr val="tx1"/>
          </a:solidFill>
          <a:latin typeface="Outfit Light" pitchFamily="2" charset="0"/>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b="0" i="0" kern="1200">
          <a:solidFill>
            <a:schemeClr val="tx1"/>
          </a:solidFill>
          <a:latin typeface="Outfit Light" pitchFamily="2" charset="0"/>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b="0" i="0" kern="1200">
          <a:solidFill>
            <a:schemeClr val="tx1"/>
          </a:solidFill>
          <a:latin typeface="Outfit Light" pitchFamily="2" charset="0"/>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twitter.com/kentbeck/status/250733358307500032"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edvantis.com/blog/technical-debt/"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hyperlink" Target="https://martinfowler.com/articles/refactoring-adaptive-model.html" TargetMode="External"/><Relationship Id="rId4" Type="http://schemas.openxmlformats.org/officeDocument/2006/relationships/hyperlink" Target="https://www.promaticsindia.com/blog/technical-debt-and-its-implication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5A163-7275-AC26-92BC-4D0DCD188E98}"/>
              </a:ext>
            </a:extLst>
          </p:cNvPr>
          <p:cNvSpPr>
            <a:spLocks noGrp="1"/>
          </p:cNvSpPr>
          <p:nvPr>
            <p:ph type="ctrTitle" idx="4294967295"/>
          </p:nvPr>
        </p:nvSpPr>
        <p:spPr>
          <a:xfrm>
            <a:off x="0" y="39688"/>
            <a:ext cx="11109325" cy="1373187"/>
          </a:xfrm>
        </p:spPr>
        <p:txBody>
          <a:bodyPr>
            <a:normAutofit/>
          </a:bodyPr>
          <a:lstStyle/>
          <a:p>
            <a:r>
              <a:rPr lang="en-US" sz="3600" dirty="0"/>
              <a:t>Balancing Speed and Quality: Understanding Technical Debt and Refactoring</a:t>
            </a:r>
          </a:p>
        </p:txBody>
      </p:sp>
      <p:sp>
        <p:nvSpPr>
          <p:cNvPr id="3" name="Title 1">
            <a:extLst>
              <a:ext uri="{FF2B5EF4-FFF2-40B4-BE49-F238E27FC236}">
                <a16:creationId xmlns:a16="http://schemas.microsoft.com/office/drawing/2014/main" id="{C4786020-AC45-EEDB-148D-417C580E11EE}"/>
              </a:ext>
            </a:extLst>
          </p:cNvPr>
          <p:cNvSpPr txBox="1">
            <a:spLocks/>
          </p:cNvSpPr>
          <p:nvPr/>
        </p:nvSpPr>
        <p:spPr>
          <a:xfrm>
            <a:off x="9043547" y="1127490"/>
            <a:ext cx="2302812" cy="412514"/>
          </a:xfrm>
          <a:prstGeom prst="rect">
            <a:avLst/>
          </a:prstGeom>
        </p:spPr>
        <p:txBody>
          <a:bodyPr vert="horz" lIns="121920" tIns="60960" rIns="121920" bIns="60960" rtlCol="0" anchor="b">
            <a:noAutofit/>
          </a:bodyPr>
          <a:lstStyle>
            <a:lvl1pPr algn="l" defTabSz="914400" rtl="0" eaLnBrk="1" latinLnBrk="0" hangingPunct="1">
              <a:lnSpc>
                <a:spcPct val="90000"/>
              </a:lnSpc>
              <a:spcBef>
                <a:spcPct val="0"/>
              </a:spcBef>
              <a:buNone/>
              <a:defRPr sz="4800" kern="1200">
                <a:solidFill>
                  <a:schemeClr val="tx1"/>
                </a:solidFill>
                <a:latin typeface="Archia" panose="02000503000000020004" pitchFamily="2" charset="77"/>
                <a:ea typeface="+mj-ea"/>
                <a:cs typeface="+mj-cs"/>
              </a:defRPr>
            </a:lvl1pPr>
          </a:lstStyle>
          <a:p>
            <a:pPr>
              <a:buClrTx/>
              <a:buFontTx/>
            </a:pPr>
            <a:r>
              <a:rPr lang="en-US" sz="2400" dirty="0"/>
              <a:t>By Anish Jain</a:t>
            </a:r>
          </a:p>
        </p:txBody>
      </p:sp>
      <p:sp>
        <p:nvSpPr>
          <p:cNvPr id="5" name="TextBox 4">
            <a:extLst>
              <a:ext uri="{FF2B5EF4-FFF2-40B4-BE49-F238E27FC236}">
                <a16:creationId xmlns:a16="http://schemas.microsoft.com/office/drawing/2014/main" id="{B70E5012-10BC-E2C2-0587-B2BAA6ACFC4E}"/>
              </a:ext>
            </a:extLst>
          </p:cNvPr>
          <p:cNvSpPr txBox="1"/>
          <p:nvPr/>
        </p:nvSpPr>
        <p:spPr>
          <a:xfrm>
            <a:off x="401367" y="4966535"/>
            <a:ext cx="4872492" cy="830997"/>
          </a:xfrm>
          <a:prstGeom prst="rect">
            <a:avLst/>
          </a:prstGeom>
          <a:noFill/>
        </p:spPr>
        <p:txBody>
          <a:bodyPr wrap="square">
            <a:spAutoFit/>
          </a:bodyPr>
          <a:lstStyle/>
          <a:p>
            <a:r>
              <a:rPr lang="en-US" sz="2400" dirty="0"/>
              <a:t>Achieve Excellence: Master the Art of Balancing Speed and Quality</a:t>
            </a:r>
            <a:endParaRPr lang="en-IN" sz="2400" dirty="0"/>
          </a:p>
        </p:txBody>
      </p:sp>
      <p:pic>
        <p:nvPicPr>
          <p:cNvPr id="5122" name="Picture 2" descr="What is Technical Debt &amp; How to Pay it Off, Examples [2024] • Asana">
            <a:extLst>
              <a:ext uri="{FF2B5EF4-FFF2-40B4-BE49-F238E27FC236}">
                <a16:creationId xmlns:a16="http://schemas.microsoft.com/office/drawing/2014/main" id="{F57C7254-1CC8-6326-B120-42DBB8CFF2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367" y="1602488"/>
            <a:ext cx="4760568" cy="3174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827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0DAD9-DA9D-449D-7386-8F533FCB9C4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BFFB62C-308A-0EE4-6F7E-5D2FCB844D8F}"/>
              </a:ext>
            </a:extLst>
          </p:cNvPr>
          <p:cNvSpPr>
            <a:spLocks noGrp="1"/>
          </p:cNvSpPr>
          <p:nvPr>
            <p:ph type="sldNum" sz="quarter" idx="12"/>
          </p:nvPr>
        </p:nvSpPr>
        <p:spPr/>
        <p:txBody>
          <a:bodyPr/>
          <a:lstStyle/>
          <a:p>
            <a:fld id="{00000000-1234-1234-1234-123412341234}" type="slidenum">
              <a:rPr lang="en-GB" smtClean="0"/>
              <a:pPr/>
              <a:t>2</a:t>
            </a:fld>
            <a:endParaRPr lang="en-GB"/>
          </a:p>
        </p:txBody>
      </p:sp>
      <p:sp>
        <p:nvSpPr>
          <p:cNvPr id="2" name="Title 1">
            <a:extLst>
              <a:ext uri="{FF2B5EF4-FFF2-40B4-BE49-F238E27FC236}">
                <a16:creationId xmlns:a16="http://schemas.microsoft.com/office/drawing/2014/main" id="{0CCEBF1E-2170-7E0A-4875-BAFAF95E092D}"/>
              </a:ext>
            </a:extLst>
          </p:cNvPr>
          <p:cNvSpPr>
            <a:spLocks noGrp="1"/>
          </p:cNvSpPr>
          <p:nvPr>
            <p:ph type="title" idx="4294967295"/>
          </p:nvPr>
        </p:nvSpPr>
        <p:spPr>
          <a:xfrm>
            <a:off x="0" y="82550"/>
            <a:ext cx="10515600" cy="833438"/>
          </a:xfrm>
        </p:spPr>
        <p:txBody>
          <a:bodyPr/>
          <a:lstStyle/>
          <a:p>
            <a:r>
              <a:rPr lang="en-IN" dirty="0"/>
              <a:t>     Agenda</a:t>
            </a:r>
          </a:p>
        </p:txBody>
      </p:sp>
      <p:sp>
        <p:nvSpPr>
          <p:cNvPr id="6" name="TextBox 5">
            <a:extLst>
              <a:ext uri="{FF2B5EF4-FFF2-40B4-BE49-F238E27FC236}">
                <a16:creationId xmlns:a16="http://schemas.microsoft.com/office/drawing/2014/main" id="{D4499C2F-EE1A-9CF0-B5F4-252CEB70AFCC}"/>
              </a:ext>
            </a:extLst>
          </p:cNvPr>
          <p:cNvSpPr txBox="1"/>
          <p:nvPr/>
        </p:nvSpPr>
        <p:spPr>
          <a:xfrm>
            <a:off x="594139" y="963052"/>
            <a:ext cx="4267200" cy="5078313"/>
          </a:xfrm>
          <a:prstGeom prst="rect">
            <a:avLst/>
          </a:prstGeom>
          <a:noFill/>
        </p:spPr>
        <p:txBody>
          <a:bodyPr wrap="square">
            <a:spAutoFit/>
          </a:bodyPr>
          <a:lstStyle/>
          <a:p>
            <a:r>
              <a:rPr lang="en-US" sz="1200" dirty="0"/>
              <a:t>1. Let’s talk about unit testing frameworks</a:t>
            </a:r>
          </a:p>
          <a:p>
            <a:r>
              <a:rPr lang="en-US" sz="1200" dirty="0"/>
              <a:t>   - </a:t>
            </a:r>
            <a:r>
              <a:rPr lang="en-US" sz="1200" dirty="0" err="1"/>
              <a:t>XUnit</a:t>
            </a:r>
            <a:r>
              <a:rPr lang="en-US" sz="1200" dirty="0"/>
              <a:t> vs </a:t>
            </a:r>
            <a:r>
              <a:rPr lang="en-US" sz="1200" dirty="0" err="1"/>
              <a:t>NUnit</a:t>
            </a:r>
            <a:r>
              <a:rPr lang="en-US" sz="1200" dirty="0"/>
              <a:t> vs </a:t>
            </a:r>
            <a:r>
              <a:rPr lang="en-US" sz="1200" dirty="0" err="1"/>
              <a:t>MSTest</a:t>
            </a:r>
            <a:endParaRPr lang="en-US" sz="1200" dirty="0"/>
          </a:p>
          <a:p>
            <a:r>
              <a:rPr lang="en-US" sz="1200" dirty="0"/>
              <a:t>2. When and Where to Use Each Framework</a:t>
            </a:r>
          </a:p>
          <a:p>
            <a:r>
              <a:rPr lang="en-US" sz="1200" dirty="0"/>
              <a:t>   - </a:t>
            </a:r>
            <a:r>
              <a:rPr lang="en-US" sz="1200" dirty="0" err="1"/>
              <a:t>xUnit</a:t>
            </a:r>
            <a:r>
              <a:rPr lang="en-US" sz="1200" dirty="0"/>
              <a:t>: Modern, Extensible, and Lightweight</a:t>
            </a:r>
          </a:p>
          <a:p>
            <a:r>
              <a:rPr lang="en-US" sz="1200" dirty="0"/>
              <a:t>   - </a:t>
            </a:r>
            <a:r>
              <a:rPr lang="en-US" sz="1200" dirty="0" err="1"/>
              <a:t>NUnit</a:t>
            </a:r>
            <a:r>
              <a:rPr lang="en-US" sz="1200" dirty="0"/>
              <a:t>: Flexible and Feature-Rich</a:t>
            </a:r>
          </a:p>
          <a:p>
            <a:r>
              <a:rPr lang="en-US" sz="1200" dirty="0"/>
              <a:t>   - </a:t>
            </a:r>
            <a:r>
              <a:rPr lang="en-US" sz="1200" dirty="0" err="1"/>
              <a:t>MSTest</a:t>
            </a:r>
            <a:r>
              <a:rPr lang="en-US" sz="1200" dirty="0"/>
              <a:t>: Microsoft’s Default and Reliable Framework</a:t>
            </a:r>
          </a:p>
          <a:p>
            <a:r>
              <a:rPr lang="en-US" sz="1200" dirty="0"/>
              <a:t>3. </a:t>
            </a:r>
            <a:r>
              <a:rPr lang="en-US" sz="1200" dirty="0" err="1"/>
              <a:t>XUnit</a:t>
            </a:r>
            <a:r>
              <a:rPr lang="en-US" sz="1200" dirty="0"/>
              <a:t> Test Life cycle</a:t>
            </a:r>
          </a:p>
          <a:p>
            <a:r>
              <a:rPr lang="en-US" sz="1200" dirty="0"/>
              <a:t>   - </a:t>
            </a:r>
            <a:r>
              <a:rPr lang="en-US" sz="1200" dirty="0" err="1"/>
              <a:t>IClassFixture</a:t>
            </a:r>
            <a:r>
              <a:rPr lang="en-US" sz="1200" dirty="0"/>
              <a:t> &amp; </a:t>
            </a:r>
            <a:r>
              <a:rPr lang="en-US" sz="1200" dirty="0" err="1"/>
              <a:t>CollectionFixture</a:t>
            </a:r>
            <a:r>
              <a:rPr lang="en-US" sz="1200" dirty="0"/>
              <a:t> in </a:t>
            </a:r>
            <a:r>
              <a:rPr lang="en-US" sz="1200" dirty="0" err="1"/>
              <a:t>xUnit</a:t>
            </a:r>
            <a:endParaRPr lang="en-US" sz="1200" dirty="0"/>
          </a:p>
          <a:p>
            <a:r>
              <a:rPr lang="en-US" sz="1200" dirty="0"/>
              <a:t>   - Collection Attribute in </a:t>
            </a:r>
            <a:r>
              <a:rPr lang="en-US" sz="1200" dirty="0" err="1"/>
              <a:t>xUnit</a:t>
            </a:r>
            <a:endParaRPr lang="en-US" sz="1200" dirty="0"/>
          </a:p>
          <a:p>
            <a:r>
              <a:rPr lang="en-US" sz="1200" dirty="0"/>
              <a:t>   - </a:t>
            </a:r>
            <a:r>
              <a:rPr lang="en-US" sz="1200" dirty="0" err="1"/>
              <a:t>IAsyncLifetime</a:t>
            </a:r>
            <a:endParaRPr lang="en-US" sz="1200" dirty="0"/>
          </a:p>
          <a:p>
            <a:r>
              <a:rPr lang="en-US" sz="1200" dirty="0"/>
              <a:t>   - </a:t>
            </a:r>
            <a:r>
              <a:rPr lang="en-US" sz="1200" dirty="0" err="1"/>
              <a:t>BeforeAfterTestAttribute</a:t>
            </a:r>
            <a:endParaRPr lang="en-US" sz="1200" dirty="0"/>
          </a:p>
          <a:p>
            <a:r>
              <a:rPr lang="en-US" sz="1200" dirty="0"/>
              <a:t>   - Life cycle of Test</a:t>
            </a:r>
          </a:p>
          <a:p>
            <a:r>
              <a:rPr lang="en-US" sz="1200" dirty="0"/>
              <a:t>4. Test Dependency Injection</a:t>
            </a:r>
          </a:p>
          <a:p>
            <a:r>
              <a:rPr lang="en-US" sz="1200" dirty="0"/>
              <a:t>    - </a:t>
            </a:r>
            <a:r>
              <a:rPr lang="en-US" sz="1200" dirty="0" err="1"/>
              <a:t>ClassFixture</a:t>
            </a:r>
            <a:endParaRPr lang="en-US" sz="1200" dirty="0"/>
          </a:p>
          <a:p>
            <a:r>
              <a:rPr lang="en-US" sz="1200" dirty="0"/>
              <a:t>    - Interface </a:t>
            </a:r>
            <a:r>
              <a:rPr lang="en-US" sz="1200" dirty="0" err="1"/>
              <a:t>ITestOutputHelper</a:t>
            </a:r>
            <a:endParaRPr lang="en-US" sz="1200" dirty="0"/>
          </a:p>
          <a:p>
            <a:r>
              <a:rPr lang="en-US" sz="1200" dirty="0"/>
              <a:t>5. Features</a:t>
            </a:r>
          </a:p>
          <a:p>
            <a:r>
              <a:rPr lang="en-US" sz="1200" dirty="0"/>
              <a:t>   - </a:t>
            </a:r>
            <a:r>
              <a:rPr lang="en-US" sz="1200" dirty="0" err="1"/>
              <a:t>Xunit</a:t>
            </a:r>
            <a:r>
              <a:rPr lang="en-US" sz="1200" dirty="0"/>
              <a:t> </a:t>
            </a:r>
            <a:r>
              <a:rPr lang="en-US" sz="1200" dirty="0" err="1"/>
              <a:t>Nuget</a:t>
            </a:r>
            <a:r>
              <a:rPr lang="en-US" sz="1200" dirty="0"/>
              <a:t> Packages</a:t>
            </a:r>
          </a:p>
          <a:p>
            <a:r>
              <a:rPr lang="en-US" sz="1200" dirty="0"/>
              <a:t>   - Turning Off Test Parallel Execution in </a:t>
            </a:r>
            <a:r>
              <a:rPr lang="en-US" sz="1200" dirty="0" err="1"/>
              <a:t>xUnit</a:t>
            </a:r>
            <a:endParaRPr lang="en-US" sz="1200" dirty="0"/>
          </a:p>
          <a:p>
            <a:r>
              <a:rPr lang="en-US" sz="1200" dirty="0"/>
              <a:t>   - Traits in </a:t>
            </a:r>
            <a:r>
              <a:rPr lang="en-US" sz="1200" dirty="0" err="1"/>
              <a:t>xUnit</a:t>
            </a:r>
            <a:endParaRPr lang="en-US" sz="1200" dirty="0"/>
          </a:p>
          <a:p>
            <a:r>
              <a:rPr lang="en-US" sz="1200" dirty="0"/>
              <a:t>   - Theory Attribute in </a:t>
            </a:r>
            <a:r>
              <a:rPr lang="en-US" sz="1200" dirty="0" err="1"/>
              <a:t>xUnit</a:t>
            </a:r>
            <a:endParaRPr lang="en-US" sz="1200" dirty="0"/>
          </a:p>
          <a:p>
            <a:r>
              <a:rPr lang="en-US" sz="1200" dirty="0"/>
              <a:t>   - Member Data</a:t>
            </a:r>
          </a:p>
          <a:p>
            <a:r>
              <a:rPr lang="en-US" sz="1200" dirty="0"/>
              <a:t>   - Custom </a:t>
            </a:r>
            <a:r>
              <a:rPr lang="en-US" sz="1200" dirty="0" err="1"/>
              <a:t>DataAttribute</a:t>
            </a:r>
            <a:endParaRPr lang="en-US" sz="1200" dirty="0"/>
          </a:p>
          <a:p>
            <a:r>
              <a:rPr lang="en-US" sz="1200" dirty="0"/>
              <a:t>   - Skip</a:t>
            </a:r>
          </a:p>
          <a:p>
            <a:r>
              <a:rPr lang="en-US" sz="1200" dirty="0"/>
              <a:t>   - Migrating existing </a:t>
            </a:r>
            <a:r>
              <a:rPr lang="en-US" sz="1200" dirty="0" err="1"/>
              <a:t>NUnit</a:t>
            </a:r>
            <a:r>
              <a:rPr lang="en-US" sz="1200" dirty="0"/>
              <a:t> tests to </a:t>
            </a:r>
            <a:r>
              <a:rPr lang="en-US" sz="1200" dirty="0" err="1"/>
              <a:t>Xunit</a:t>
            </a:r>
            <a:endParaRPr lang="en-US" sz="1200" dirty="0"/>
          </a:p>
          <a:p>
            <a:r>
              <a:rPr lang="en-US" sz="1200" dirty="0"/>
              <a:t>6. Demo</a:t>
            </a:r>
          </a:p>
          <a:p>
            <a:r>
              <a:rPr lang="en-US" sz="1200" dirty="0"/>
              <a:t>7. Any Questions?</a:t>
            </a:r>
          </a:p>
          <a:p>
            <a:r>
              <a:rPr lang="en-US" sz="1200" dirty="0"/>
              <a:t>8. Reference Links</a:t>
            </a:r>
          </a:p>
        </p:txBody>
      </p:sp>
      <p:pic>
        <p:nvPicPr>
          <p:cNvPr id="4" name="Picture 3" descr="Agenda - Free Tools and utensils icons">
            <a:extLst>
              <a:ext uri="{FF2B5EF4-FFF2-40B4-BE49-F238E27FC236}">
                <a16:creationId xmlns:a16="http://schemas.microsoft.com/office/drawing/2014/main" id="{B5D4141A-B5F5-CEE8-EA9A-E41001EBB83F}"/>
              </a:ext>
            </a:extLst>
          </p:cNvPr>
          <p:cNvPicPr>
            <a:picLocks noChangeAspect="1"/>
          </p:cNvPicPr>
          <p:nvPr/>
        </p:nvPicPr>
        <p:blipFill>
          <a:blip r:embed="rId2"/>
          <a:stretch>
            <a:fillRect/>
          </a:stretch>
        </p:blipFill>
        <p:spPr>
          <a:xfrm>
            <a:off x="582709" y="129954"/>
            <a:ext cx="600766" cy="589722"/>
          </a:xfrm>
          <a:prstGeom prst="rect">
            <a:avLst/>
          </a:prstGeom>
        </p:spPr>
      </p:pic>
      <p:pic>
        <p:nvPicPr>
          <p:cNvPr id="2050" name="Picture 2" descr="Migrating from v1 to v2 &gt; xUnit.net">
            <a:extLst>
              <a:ext uri="{FF2B5EF4-FFF2-40B4-BE49-F238E27FC236}">
                <a16:creationId xmlns:a16="http://schemas.microsoft.com/office/drawing/2014/main" id="{4FAD929A-F6B5-AC89-04E4-8F7AF74D9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8214" y="2019638"/>
            <a:ext cx="6530256" cy="2818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633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A2DB-2659-6107-56B7-C7EF051D82F7}"/>
              </a:ext>
            </a:extLst>
          </p:cNvPr>
          <p:cNvSpPr>
            <a:spLocks noGrp="1"/>
          </p:cNvSpPr>
          <p:nvPr>
            <p:ph type="title" idx="4294967295"/>
          </p:nvPr>
        </p:nvSpPr>
        <p:spPr>
          <a:xfrm>
            <a:off x="0" y="365125"/>
            <a:ext cx="10515600" cy="1325563"/>
          </a:xfrm>
        </p:spPr>
        <p:txBody>
          <a:bodyPr/>
          <a:lstStyle/>
          <a:p>
            <a:r>
              <a:rPr lang="en-US" dirty="0"/>
              <a:t>Refactoring Code to Load a Document</a:t>
            </a:r>
            <a:endParaRPr lang="en-IN" dirty="0"/>
          </a:p>
        </p:txBody>
      </p:sp>
      <p:sp>
        <p:nvSpPr>
          <p:cNvPr id="4" name="TextBox 3">
            <a:extLst>
              <a:ext uri="{FF2B5EF4-FFF2-40B4-BE49-F238E27FC236}">
                <a16:creationId xmlns:a16="http://schemas.microsoft.com/office/drawing/2014/main" id="{C43FA983-F2BF-9287-B333-ED08A5F519C6}"/>
              </a:ext>
            </a:extLst>
          </p:cNvPr>
          <p:cNvSpPr txBox="1"/>
          <p:nvPr/>
        </p:nvSpPr>
        <p:spPr>
          <a:xfrm>
            <a:off x="1061884" y="1827153"/>
            <a:ext cx="10515600" cy="3970318"/>
          </a:xfrm>
          <a:prstGeom prst="rect">
            <a:avLst/>
          </a:prstGeom>
          <a:noFill/>
        </p:spPr>
        <p:txBody>
          <a:bodyPr wrap="square">
            <a:spAutoFit/>
          </a:bodyPr>
          <a:lstStyle/>
          <a:p>
            <a:r>
              <a:rPr lang="en-IN" dirty="0"/>
              <a:t>Encapsulating the loading logic to avoid complex and tedious code. This involves creating a clear separation between the data loading and data manipulation logic.</a:t>
            </a:r>
          </a:p>
          <a:p>
            <a:endParaRPr lang="en-IN" dirty="0"/>
          </a:p>
          <a:p>
            <a:r>
              <a:rPr lang="en-IN" b="1" dirty="0"/>
              <a:t>Three Loading Strategies:</a:t>
            </a:r>
          </a:p>
          <a:p>
            <a:r>
              <a:rPr lang="en-IN" b="1" i="1" dirty="0"/>
              <a:t>Tree Model:</a:t>
            </a:r>
            <a:r>
              <a:rPr lang="en-IN" dirty="0"/>
              <a:t> Loading the entire JSON document into a tree structure, which allows for flexible manipulation but can be cumbersome for large documents.</a:t>
            </a:r>
          </a:p>
          <a:p>
            <a:r>
              <a:rPr lang="en-IN" b="1" i="1" dirty="0"/>
              <a:t>Data Binding:</a:t>
            </a:r>
            <a:r>
              <a:rPr lang="en-IN" dirty="0"/>
              <a:t> Mapping JSON data directly to Java objects, which is straightforward but can lead to tightly coupled code.</a:t>
            </a:r>
          </a:p>
          <a:p>
            <a:r>
              <a:rPr lang="en-IN" b="1" i="1" dirty="0"/>
              <a:t>Streaming:</a:t>
            </a:r>
            <a:r>
              <a:rPr lang="en-IN" dirty="0"/>
              <a:t> Processing JSON data as it is read, which is efficient for large documents but can be complex to implement.</a:t>
            </a:r>
          </a:p>
          <a:p>
            <a:endParaRPr lang="en-IN" dirty="0"/>
          </a:p>
          <a:p>
            <a:r>
              <a:rPr lang="en-IN" b="1" dirty="0"/>
              <a:t>Solution:</a:t>
            </a:r>
          </a:p>
          <a:p>
            <a:r>
              <a:rPr lang="en-IN" dirty="0"/>
              <a:t>Combination of these strategies based on the specific use case. By encapsulating the loading logic and choosing the appropriate strategy, developers can create more maintainable and efficient code.</a:t>
            </a:r>
          </a:p>
        </p:txBody>
      </p:sp>
    </p:spTree>
    <p:extLst>
      <p:ext uri="{BB962C8B-B14F-4D97-AF65-F5344CB8AC3E}">
        <p14:creationId xmlns:p14="http://schemas.microsoft.com/office/powerpoint/2010/main" val="197353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5510A-0E8A-C252-7C41-C75D8DFE76B6}"/>
              </a:ext>
            </a:extLst>
          </p:cNvPr>
          <p:cNvSpPr>
            <a:spLocks noGrp="1"/>
          </p:cNvSpPr>
          <p:nvPr>
            <p:ph type="title" idx="4294967295"/>
          </p:nvPr>
        </p:nvSpPr>
        <p:spPr>
          <a:xfrm>
            <a:off x="0" y="365125"/>
            <a:ext cx="10515600" cy="1325563"/>
          </a:xfrm>
        </p:spPr>
        <p:txBody>
          <a:bodyPr/>
          <a:lstStyle/>
          <a:p>
            <a:r>
              <a:rPr lang="en-IN" dirty="0"/>
              <a:t>Example: Tree Model</a:t>
            </a:r>
          </a:p>
        </p:txBody>
      </p:sp>
      <p:sp>
        <p:nvSpPr>
          <p:cNvPr id="4" name="TextBox 3">
            <a:extLst>
              <a:ext uri="{FF2B5EF4-FFF2-40B4-BE49-F238E27FC236}">
                <a16:creationId xmlns:a16="http://schemas.microsoft.com/office/drawing/2014/main" id="{ED867B6E-E54F-382A-E12C-E11905C64F34}"/>
              </a:ext>
            </a:extLst>
          </p:cNvPr>
          <p:cNvSpPr txBox="1"/>
          <p:nvPr/>
        </p:nvSpPr>
        <p:spPr>
          <a:xfrm>
            <a:off x="5456904" y="1690688"/>
            <a:ext cx="6096000" cy="4401205"/>
          </a:xfrm>
          <a:prstGeom prst="rect">
            <a:avLst/>
          </a:prstGeom>
          <a:noFill/>
        </p:spPr>
        <p:txBody>
          <a:bodyPr wrap="square">
            <a:spAutoFit/>
          </a:bodyPr>
          <a:lstStyle/>
          <a:p>
            <a:r>
              <a:rPr lang="en-IN" sz="1400" dirty="0"/>
              <a:t>using System;</a:t>
            </a:r>
          </a:p>
          <a:p>
            <a:r>
              <a:rPr lang="en-IN" sz="1400" dirty="0"/>
              <a:t>using </a:t>
            </a:r>
            <a:r>
              <a:rPr lang="en-IN" sz="1400" dirty="0" err="1"/>
              <a:t>System.Text.Json</a:t>
            </a:r>
            <a:r>
              <a:rPr lang="en-IN" sz="1400" dirty="0"/>
              <a:t>;</a:t>
            </a:r>
          </a:p>
          <a:p>
            <a:endParaRPr lang="en-IN" sz="1400" dirty="0"/>
          </a:p>
          <a:p>
            <a:r>
              <a:rPr lang="en-IN" sz="1400" dirty="0"/>
              <a:t>public class </a:t>
            </a:r>
            <a:r>
              <a:rPr lang="en-IN" sz="1400" dirty="0" err="1"/>
              <a:t>TreeModelExample</a:t>
            </a:r>
            <a:endParaRPr lang="en-IN" sz="1400" dirty="0"/>
          </a:p>
          <a:p>
            <a:r>
              <a:rPr lang="en-IN" sz="1400" dirty="0"/>
              <a:t>{</a:t>
            </a:r>
          </a:p>
          <a:p>
            <a:r>
              <a:rPr lang="en-IN" sz="1400" dirty="0"/>
              <a:t>    public static void Main()</a:t>
            </a:r>
          </a:p>
          <a:p>
            <a:r>
              <a:rPr lang="en-IN" sz="1400" dirty="0"/>
              <a:t>    {</a:t>
            </a:r>
          </a:p>
          <a:p>
            <a:r>
              <a:rPr lang="en-IN" sz="1400" dirty="0"/>
              <a:t>        string </a:t>
            </a:r>
            <a:r>
              <a:rPr lang="en-IN" sz="1400" dirty="0" err="1"/>
              <a:t>jsonString</a:t>
            </a:r>
            <a:r>
              <a:rPr lang="en-IN" sz="1400" dirty="0"/>
              <a:t> = "{\"Album\":\"The Dark Side of the Moon\",\"Artist\":\"Pink Floyd\",\"Year\":1973}";</a:t>
            </a:r>
          </a:p>
          <a:p>
            <a:r>
              <a:rPr lang="en-IN" sz="1400" dirty="0"/>
              <a:t>        using (</a:t>
            </a:r>
            <a:r>
              <a:rPr lang="en-IN" sz="1400" dirty="0" err="1"/>
              <a:t>JsonDocument</a:t>
            </a:r>
            <a:r>
              <a:rPr lang="en-IN" sz="1400" dirty="0"/>
              <a:t> doc = </a:t>
            </a:r>
            <a:r>
              <a:rPr lang="en-IN" sz="1400" dirty="0" err="1"/>
              <a:t>JsonDocument.Parse</a:t>
            </a:r>
            <a:r>
              <a:rPr lang="en-IN" sz="1400" dirty="0"/>
              <a:t>(</a:t>
            </a:r>
            <a:r>
              <a:rPr lang="en-IN" sz="1400" dirty="0" err="1"/>
              <a:t>jsonString</a:t>
            </a:r>
            <a:r>
              <a:rPr lang="en-IN" sz="1400" dirty="0"/>
              <a:t>))</a:t>
            </a:r>
          </a:p>
          <a:p>
            <a:r>
              <a:rPr lang="en-IN" sz="1400" dirty="0"/>
              <a:t>        {</a:t>
            </a:r>
          </a:p>
          <a:p>
            <a:r>
              <a:rPr lang="en-IN" sz="1400" dirty="0"/>
              <a:t>            </a:t>
            </a:r>
            <a:r>
              <a:rPr lang="en-IN" sz="1400" dirty="0" err="1"/>
              <a:t>JsonElement</a:t>
            </a:r>
            <a:r>
              <a:rPr lang="en-IN" sz="1400" dirty="0"/>
              <a:t> root = </a:t>
            </a:r>
            <a:r>
              <a:rPr lang="en-IN" sz="1400" dirty="0" err="1"/>
              <a:t>doc.RootElement</a:t>
            </a:r>
            <a:r>
              <a:rPr lang="en-IN" sz="1400" dirty="0"/>
              <a:t>;</a:t>
            </a:r>
          </a:p>
          <a:p>
            <a:r>
              <a:rPr lang="en-IN" sz="1400" dirty="0"/>
              <a:t>            string album = </a:t>
            </a:r>
            <a:r>
              <a:rPr lang="en-IN" sz="1400" dirty="0" err="1"/>
              <a:t>root.GetProperty</a:t>
            </a:r>
            <a:r>
              <a:rPr lang="en-IN" sz="1400" dirty="0"/>
              <a:t>("Album").</a:t>
            </a:r>
            <a:r>
              <a:rPr lang="en-IN" sz="1400" dirty="0" err="1"/>
              <a:t>GetString</a:t>
            </a:r>
            <a:r>
              <a:rPr lang="en-IN" sz="1400" dirty="0"/>
              <a:t>();</a:t>
            </a:r>
          </a:p>
          <a:p>
            <a:r>
              <a:rPr lang="en-IN" sz="1400" dirty="0"/>
              <a:t>            string artist = </a:t>
            </a:r>
            <a:r>
              <a:rPr lang="en-IN" sz="1400" dirty="0" err="1"/>
              <a:t>root.GetProperty</a:t>
            </a:r>
            <a:r>
              <a:rPr lang="en-IN" sz="1400" dirty="0"/>
              <a:t>("Artist").</a:t>
            </a:r>
            <a:r>
              <a:rPr lang="en-IN" sz="1400" dirty="0" err="1"/>
              <a:t>GetString</a:t>
            </a:r>
            <a:r>
              <a:rPr lang="en-IN" sz="1400" dirty="0"/>
              <a:t>();</a:t>
            </a:r>
          </a:p>
          <a:p>
            <a:r>
              <a:rPr lang="en-IN" sz="1400" dirty="0"/>
              <a:t>            int year = </a:t>
            </a:r>
            <a:r>
              <a:rPr lang="en-IN" sz="1400" dirty="0" err="1"/>
              <a:t>root.GetProperty</a:t>
            </a:r>
            <a:r>
              <a:rPr lang="en-IN" sz="1400" dirty="0"/>
              <a:t>("Year").GetInt32();</a:t>
            </a:r>
          </a:p>
          <a:p>
            <a:endParaRPr lang="en-IN" sz="1400" dirty="0"/>
          </a:p>
          <a:p>
            <a:r>
              <a:rPr lang="en-IN" sz="1400" dirty="0"/>
              <a:t>            </a:t>
            </a:r>
            <a:r>
              <a:rPr lang="en-IN" sz="1400" dirty="0" err="1"/>
              <a:t>Console.WriteLine</a:t>
            </a:r>
            <a:r>
              <a:rPr lang="en-IN" sz="1400" dirty="0"/>
              <a:t>($"Album: {album}, Artist: {artist}, Year: {year}");</a:t>
            </a:r>
          </a:p>
          <a:p>
            <a:r>
              <a:rPr lang="en-IN" sz="1400" dirty="0"/>
              <a:t>        }</a:t>
            </a:r>
          </a:p>
          <a:p>
            <a:r>
              <a:rPr lang="en-IN" sz="1400" dirty="0"/>
              <a:t>    }</a:t>
            </a:r>
          </a:p>
          <a:p>
            <a:r>
              <a:rPr lang="en-IN" sz="1400" dirty="0"/>
              <a:t>}</a:t>
            </a:r>
          </a:p>
        </p:txBody>
      </p:sp>
      <p:sp>
        <p:nvSpPr>
          <p:cNvPr id="6" name="TextBox 5">
            <a:extLst>
              <a:ext uri="{FF2B5EF4-FFF2-40B4-BE49-F238E27FC236}">
                <a16:creationId xmlns:a16="http://schemas.microsoft.com/office/drawing/2014/main" id="{027F5273-0FD4-A625-9CD8-A386CCD9DDBF}"/>
              </a:ext>
            </a:extLst>
          </p:cNvPr>
          <p:cNvSpPr txBox="1"/>
          <p:nvPr/>
        </p:nvSpPr>
        <p:spPr>
          <a:xfrm>
            <a:off x="1081549" y="1779984"/>
            <a:ext cx="3883742" cy="923330"/>
          </a:xfrm>
          <a:prstGeom prst="rect">
            <a:avLst/>
          </a:prstGeom>
          <a:noFill/>
        </p:spPr>
        <p:txBody>
          <a:bodyPr wrap="square">
            <a:spAutoFit/>
          </a:bodyPr>
          <a:lstStyle/>
          <a:p>
            <a:r>
              <a:rPr lang="en-IN" dirty="0"/>
              <a:t>Using the </a:t>
            </a:r>
            <a:r>
              <a:rPr lang="en-IN" dirty="0" err="1"/>
              <a:t>JsonDocument</a:t>
            </a:r>
            <a:r>
              <a:rPr lang="en-IN" dirty="0"/>
              <a:t> class from </a:t>
            </a:r>
            <a:r>
              <a:rPr lang="en-IN" dirty="0" err="1"/>
              <a:t>System.Text.Json</a:t>
            </a:r>
            <a:r>
              <a:rPr lang="en-IN" dirty="0"/>
              <a:t> to load the entire JSON document into a tree structure.</a:t>
            </a:r>
          </a:p>
        </p:txBody>
      </p:sp>
    </p:spTree>
    <p:extLst>
      <p:ext uri="{BB962C8B-B14F-4D97-AF65-F5344CB8AC3E}">
        <p14:creationId xmlns:p14="http://schemas.microsoft.com/office/powerpoint/2010/main" val="1392698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13479-BE44-F627-5753-F9247FA9F57E}"/>
              </a:ext>
            </a:extLst>
          </p:cNvPr>
          <p:cNvSpPr>
            <a:spLocks noGrp="1"/>
          </p:cNvSpPr>
          <p:nvPr>
            <p:ph type="title" idx="4294967295"/>
          </p:nvPr>
        </p:nvSpPr>
        <p:spPr>
          <a:xfrm>
            <a:off x="0" y="365125"/>
            <a:ext cx="10515600" cy="1325563"/>
          </a:xfrm>
        </p:spPr>
        <p:txBody>
          <a:bodyPr/>
          <a:lstStyle/>
          <a:p>
            <a:r>
              <a:rPr lang="en-IN" dirty="0"/>
              <a:t>Example: Data Binding</a:t>
            </a:r>
          </a:p>
        </p:txBody>
      </p:sp>
      <p:sp>
        <p:nvSpPr>
          <p:cNvPr id="4" name="TextBox 3">
            <a:extLst>
              <a:ext uri="{FF2B5EF4-FFF2-40B4-BE49-F238E27FC236}">
                <a16:creationId xmlns:a16="http://schemas.microsoft.com/office/drawing/2014/main" id="{73720900-69F5-208E-28E3-F55F79162B5C}"/>
              </a:ext>
            </a:extLst>
          </p:cNvPr>
          <p:cNvSpPr txBox="1"/>
          <p:nvPr/>
        </p:nvSpPr>
        <p:spPr>
          <a:xfrm>
            <a:off x="5722374" y="1782797"/>
            <a:ext cx="6469626" cy="4832092"/>
          </a:xfrm>
          <a:prstGeom prst="rect">
            <a:avLst/>
          </a:prstGeom>
          <a:noFill/>
        </p:spPr>
        <p:txBody>
          <a:bodyPr wrap="square">
            <a:spAutoFit/>
          </a:bodyPr>
          <a:lstStyle/>
          <a:p>
            <a:r>
              <a:rPr lang="en-IN" sz="1400" dirty="0"/>
              <a:t>using System;</a:t>
            </a:r>
          </a:p>
          <a:p>
            <a:r>
              <a:rPr lang="en-IN" sz="1400" dirty="0"/>
              <a:t>using </a:t>
            </a:r>
            <a:r>
              <a:rPr lang="en-IN" sz="1400" dirty="0" err="1"/>
              <a:t>System.Text.Json</a:t>
            </a:r>
            <a:r>
              <a:rPr lang="en-IN" sz="1400" dirty="0"/>
              <a:t>;</a:t>
            </a:r>
          </a:p>
          <a:p>
            <a:endParaRPr lang="en-IN" sz="1400" dirty="0"/>
          </a:p>
          <a:p>
            <a:r>
              <a:rPr lang="en-IN" sz="1400" dirty="0"/>
              <a:t>public class Album</a:t>
            </a:r>
          </a:p>
          <a:p>
            <a:r>
              <a:rPr lang="en-IN" sz="1400" dirty="0"/>
              <a:t>{</a:t>
            </a:r>
          </a:p>
          <a:p>
            <a:r>
              <a:rPr lang="en-IN" sz="1400" dirty="0"/>
              <a:t>    public string </a:t>
            </a:r>
            <a:r>
              <a:rPr lang="en-IN" sz="1400" dirty="0" err="1"/>
              <a:t>AlbumName</a:t>
            </a:r>
            <a:r>
              <a:rPr lang="en-IN" sz="1400" dirty="0"/>
              <a:t> { get; set; }</a:t>
            </a:r>
          </a:p>
          <a:p>
            <a:r>
              <a:rPr lang="en-IN" sz="1400" dirty="0"/>
              <a:t>    public string Artist { get; set; }</a:t>
            </a:r>
          </a:p>
          <a:p>
            <a:r>
              <a:rPr lang="en-IN" sz="1400" dirty="0"/>
              <a:t>    public int Year { get; set; }</a:t>
            </a:r>
          </a:p>
          <a:p>
            <a:r>
              <a:rPr lang="en-IN" sz="1400" dirty="0"/>
              <a:t>}</a:t>
            </a:r>
          </a:p>
          <a:p>
            <a:endParaRPr lang="en-IN" sz="1400" dirty="0"/>
          </a:p>
          <a:p>
            <a:r>
              <a:rPr lang="en-IN" sz="1400" dirty="0"/>
              <a:t>public class </a:t>
            </a:r>
            <a:r>
              <a:rPr lang="en-IN" sz="1400" dirty="0" err="1"/>
              <a:t>DataBindingExample</a:t>
            </a:r>
            <a:endParaRPr lang="en-IN" sz="1400" dirty="0"/>
          </a:p>
          <a:p>
            <a:r>
              <a:rPr lang="en-IN" sz="1400" dirty="0"/>
              <a:t>{</a:t>
            </a:r>
          </a:p>
          <a:p>
            <a:r>
              <a:rPr lang="en-IN" sz="1400" dirty="0"/>
              <a:t>    public static void Main()</a:t>
            </a:r>
          </a:p>
          <a:p>
            <a:r>
              <a:rPr lang="en-IN" sz="1400" dirty="0"/>
              <a:t>    {</a:t>
            </a:r>
          </a:p>
          <a:p>
            <a:r>
              <a:rPr lang="en-IN" sz="1400" dirty="0"/>
              <a:t>        string </a:t>
            </a:r>
            <a:r>
              <a:rPr lang="en-IN" sz="1400" dirty="0" err="1"/>
              <a:t>jsonString</a:t>
            </a:r>
            <a:r>
              <a:rPr lang="en-IN" sz="1400" dirty="0"/>
              <a:t> = "{\"</a:t>
            </a:r>
            <a:r>
              <a:rPr lang="en-IN" sz="1400" dirty="0" err="1"/>
              <a:t>AlbumName</a:t>
            </a:r>
            <a:r>
              <a:rPr lang="en-IN" sz="1400" dirty="0"/>
              <a:t>\":\"The Dark Side of the Moon\",\"Artist\":\"Pink Floyd\",\"Year\":1973}";</a:t>
            </a:r>
          </a:p>
          <a:p>
            <a:r>
              <a:rPr lang="en-IN" sz="1400" dirty="0"/>
              <a:t>        Album </a:t>
            </a:r>
            <a:r>
              <a:rPr lang="en-IN" sz="1400" dirty="0" err="1"/>
              <a:t>album</a:t>
            </a:r>
            <a:r>
              <a:rPr lang="en-IN" sz="1400" dirty="0"/>
              <a:t> = </a:t>
            </a:r>
            <a:r>
              <a:rPr lang="en-IN" sz="1400" dirty="0" err="1"/>
              <a:t>JsonSerializer.Deserialize</a:t>
            </a:r>
            <a:r>
              <a:rPr lang="en-IN" sz="1400" dirty="0"/>
              <a:t>&lt;Album&gt;(</a:t>
            </a:r>
            <a:r>
              <a:rPr lang="en-IN" sz="1400" dirty="0" err="1"/>
              <a:t>jsonString</a:t>
            </a:r>
            <a:r>
              <a:rPr lang="en-IN" sz="1400" dirty="0"/>
              <a:t>);</a:t>
            </a:r>
          </a:p>
          <a:p>
            <a:endParaRPr lang="en-IN" sz="1400" dirty="0"/>
          </a:p>
          <a:p>
            <a:r>
              <a:rPr lang="en-IN" sz="1400" dirty="0"/>
              <a:t>        </a:t>
            </a:r>
            <a:r>
              <a:rPr lang="en-IN" sz="1400" dirty="0" err="1"/>
              <a:t>Console.WriteLine</a:t>
            </a:r>
            <a:r>
              <a:rPr lang="en-IN" sz="1400" dirty="0"/>
              <a:t>($"Album: {</a:t>
            </a:r>
            <a:r>
              <a:rPr lang="en-IN" sz="1400" dirty="0" err="1"/>
              <a:t>album.AlbumName</a:t>
            </a:r>
            <a:r>
              <a:rPr lang="en-IN" sz="1400" dirty="0"/>
              <a:t>}, Artist: {</a:t>
            </a:r>
            <a:r>
              <a:rPr lang="en-IN" sz="1400" dirty="0" err="1"/>
              <a:t>album.Artist</a:t>
            </a:r>
            <a:r>
              <a:rPr lang="en-IN" sz="1400" dirty="0"/>
              <a:t>}, Year: {</a:t>
            </a:r>
            <a:r>
              <a:rPr lang="en-IN" sz="1400" dirty="0" err="1"/>
              <a:t>album.Year</a:t>
            </a:r>
            <a:r>
              <a:rPr lang="en-IN" sz="1400" dirty="0"/>
              <a:t>}");</a:t>
            </a:r>
          </a:p>
          <a:p>
            <a:r>
              <a:rPr lang="en-IN" sz="1400" dirty="0"/>
              <a:t>    }</a:t>
            </a:r>
          </a:p>
          <a:p>
            <a:r>
              <a:rPr lang="en-IN" sz="1400" dirty="0"/>
              <a:t>}</a:t>
            </a:r>
          </a:p>
        </p:txBody>
      </p:sp>
      <p:sp>
        <p:nvSpPr>
          <p:cNvPr id="6" name="TextBox 5">
            <a:extLst>
              <a:ext uri="{FF2B5EF4-FFF2-40B4-BE49-F238E27FC236}">
                <a16:creationId xmlns:a16="http://schemas.microsoft.com/office/drawing/2014/main" id="{AE3DC9FD-42B1-3CBA-CB27-7E90206E33DE}"/>
              </a:ext>
            </a:extLst>
          </p:cNvPr>
          <p:cNvSpPr txBox="1"/>
          <p:nvPr/>
        </p:nvSpPr>
        <p:spPr>
          <a:xfrm>
            <a:off x="1327354" y="1828340"/>
            <a:ext cx="3556819" cy="923330"/>
          </a:xfrm>
          <a:prstGeom prst="rect">
            <a:avLst/>
          </a:prstGeom>
          <a:noFill/>
        </p:spPr>
        <p:txBody>
          <a:bodyPr wrap="square">
            <a:spAutoFit/>
          </a:bodyPr>
          <a:lstStyle/>
          <a:p>
            <a:r>
              <a:rPr lang="en-IN" dirty="0"/>
              <a:t>Using the </a:t>
            </a:r>
            <a:r>
              <a:rPr lang="en-IN" dirty="0" err="1"/>
              <a:t>JsonSerializer</a:t>
            </a:r>
            <a:r>
              <a:rPr lang="en-IN" dirty="0"/>
              <a:t> class to map JSON data directly to C# objects.</a:t>
            </a:r>
          </a:p>
        </p:txBody>
      </p:sp>
    </p:spTree>
    <p:extLst>
      <p:ext uri="{BB962C8B-B14F-4D97-AF65-F5344CB8AC3E}">
        <p14:creationId xmlns:p14="http://schemas.microsoft.com/office/powerpoint/2010/main" val="1196074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2735C-5000-0A23-5647-BC11F093D0BF}"/>
              </a:ext>
            </a:extLst>
          </p:cNvPr>
          <p:cNvSpPr>
            <a:spLocks noGrp="1"/>
          </p:cNvSpPr>
          <p:nvPr>
            <p:ph type="title" idx="4294967295"/>
          </p:nvPr>
        </p:nvSpPr>
        <p:spPr>
          <a:xfrm>
            <a:off x="0" y="365125"/>
            <a:ext cx="10515600" cy="1325563"/>
          </a:xfrm>
        </p:spPr>
        <p:txBody>
          <a:bodyPr/>
          <a:lstStyle/>
          <a:p>
            <a:r>
              <a:rPr lang="en-IN" dirty="0"/>
              <a:t>Example: Streaming </a:t>
            </a:r>
          </a:p>
        </p:txBody>
      </p:sp>
      <p:sp>
        <p:nvSpPr>
          <p:cNvPr id="4" name="TextBox 3">
            <a:extLst>
              <a:ext uri="{FF2B5EF4-FFF2-40B4-BE49-F238E27FC236}">
                <a16:creationId xmlns:a16="http://schemas.microsoft.com/office/drawing/2014/main" id="{867C3AA5-6498-A8CE-BE8D-3A93DF2DC07A}"/>
              </a:ext>
            </a:extLst>
          </p:cNvPr>
          <p:cNvSpPr txBox="1"/>
          <p:nvPr/>
        </p:nvSpPr>
        <p:spPr>
          <a:xfrm>
            <a:off x="6167282" y="1087189"/>
            <a:ext cx="5257800" cy="5770811"/>
          </a:xfrm>
          <a:prstGeom prst="rect">
            <a:avLst/>
          </a:prstGeom>
          <a:noFill/>
        </p:spPr>
        <p:txBody>
          <a:bodyPr wrap="square">
            <a:spAutoFit/>
          </a:bodyPr>
          <a:lstStyle/>
          <a:p>
            <a:r>
              <a:rPr lang="en-IN" sz="900" dirty="0"/>
              <a:t>using System;</a:t>
            </a:r>
          </a:p>
          <a:p>
            <a:r>
              <a:rPr lang="en-IN" sz="900" dirty="0"/>
              <a:t>using </a:t>
            </a:r>
            <a:r>
              <a:rPr lang="en-IN" sz="900" dirty="0" err="1"/>
              <a:t>System.Text.Json</a:t>
            </a:r>
            <a:r>
              <a:rPr lang="en-IN" sz="900" dirty="0"/>
              <a:t>;</a:t>
            </a:r>
          </a:p>
          <a:p>
            <a:endParaRPr lang="en-IN" sz="900" dirty="0"/>
          </a:p>
          <a:p>
            <a:r>
              <a:rPr lang="en-IN" sz="900" dirty="0"/>
              <a:t>public class </a:t>
            </a:r>
            <a:r>
              <a:rPr lang="en-IN" sz="900" dirty="0" err="1"/>
              <a:t>StreamingExample</a:t>
            </a:r>
            <a:endParaRPr lang="en-IN" sz="900" dirty="0"/>
          </a:p>
          <a:p>
            <a:r>
              <a:rPr lang="en-IN" sz="900" dirty="0"/>
              <a:t>{</a:t>
            </a:r>
          </a:p>
          <a:p>
            <a:r>
              <a:rPr lang="en-IN" sz="900" dirty="0"/>
              <a:t>    public static void Main()</a:t>
            </a:r>
          </a:p>
          <a:p>
            <a:r>
              <a:rPr lang="en-IN" sz="900" dirty="0"/>
              <a:t>    {</a:t>
            </a:r>
          </a:p>
          <a:p>
            <a:r>
              <a:rPr lang="en-IN" sz="900" dirty="0"/>
              <a:t>        string </a:t>
            </a:r>
            <a:r>
              <a:rPr lang="en-IN" sz="900" dirty="0" err="1"/>
              <a:t>jsonString</a:t>
            </a:r>
            <a:r>
              <a:rPr lang="en-IN" sz="900" dirty="0"/>
              <a:t> = "{\"Album\":\"The Dark Side of the Moon\",\"Artist\":\"Pink Floyd\",\"Year\":1973}";</a:t>
            </a:r>
          </a:p>
          <a:p>
            <a:r>
              <a:rPr lang="en-IN" sz="900" dirty="0"/>
              <a:t>        byte[] </a:t>
            </a:r>
            <a:r>
              <a:rPr lang="en-IN" sz="900" dirty="0" err="1"/>
              <a:t>jsonData</a:t>
            </a:r>
            <a:r>
              <a:rPr lang="en-IN" sz="900" dirty="0"/>
              <a:t> = System.Text.Encoding.UTF8.GetBytes(</a:t>
            </a:r>
            <a:r>
              <a:rPr lang="en-IN" sz="900" dirty="0" err="1"/>
              <a:t>jsonString</a:t>
            </a:r>
            <a:r>
              <a:rPr lang="en-IN" sz="900" dirty="0"/>
              <a:t>);</a:t>
            </a:r>
          </a:p>
          <a:p>
            <a:r>
              <a:rPr lang="en-IN" sz="900" dirty="0"/>
              <a:t>        Utf8JsonReader reader = new Utf8JsonReader(</a:t>
            </a:r>
            <a:r>
              <a:rPr lang="en-IN" sz="900" dirty="0" err="1"/>
              <a:t>jsonData</a:t>
            </a:r>
            <a:r>
              <a:rPr lang="en-IN" sz="900" dirty="0"/>
              <a:t>);</a:t>
            </a:r>
          </a:p>
          <a:p>
            <a:endParaRPr lang="en-IN" sz="900" dirty="0"/>
          </a:p>
          <a:p>
            <a:r>
              <a:rPr lang="en-IN" sz="900" dirty="0"/>
              <a:t>        string album = null;</a:t>
            </a:r>
          </a:p>
          <a:p>
            <a:r>
              <a:rPr lang="en-IN" sz="900" dirty="0"/>
              <a:t>        string artist = null;</a:t>
            </a:r>
          </a:p>
          <a:p>
            <a:r>
              <a:rPr lang="en-IN" sz="900" dirty="0"/>
              <a:t>        int year = 0;</a:t>
            </a:r>
          </a:p>
          <a:p>
            <a:endParaRPr lang="en-IN" sz="900" dirty="0"/>
          </a:p>
          <a:p>
            <a:r>
              <a:rPr lang="en-IN" sz="900" dirty="0"/>
              <a:t>        while (</a:t>
            </a:r>
            <a:r>
              <a:rPr lang="en-IN" sz="900" dirty="0" err="1"/>
              <a:t>reader.Read</a:t>
            </a:r>
            <a:r>
              <a:rPr lang="en-IN" sz="900" dirty="0"/>
              <a:t>())</a:t>
            </a:r>
          </a:p>
          <a:p>
            <a:r>
              <a:rPr lang="en-IN" sz="900" dirty="0"/>
              <a:t>        {</a:t>
            </a:r>
          </a:p>
          <a:p>
            <a:r>
              <a:rPr lang="en-IN" sz="900" dirty="0"/>
              <a:t>            if (</a:t>
            </a:r>
            <a:r>
              <a:rPr lang="en-IN" sz="900" dirty="0" err="1"/>
              <a:t>reader.TokenType</a:t>
            </a:r>
            <a:r>
              <a:rPr lang="en-IN" sz="900" dirty="0"/>
              <a:t> == </a:t>
            </a:r>
            <a:r>
              <a:rPr lang="en-IN" sz="900" dirty="0" err="1"/>
              <a:t>JsonTokenType.PropertyName</a:t>
            </a:r>
            <a:r>
              <a:rPr lang="en-IN" sz="900" dirty="0"/>
              <a:t>)</a:t>
            </a:r>
          </a:p>
          <a:p>
            <a:r>
              <a:rPr lang="en-IN" sz="900" dirty="0"/>
              <a:t>            {</a:t>
            </a:r>
          </a:p>
          <a:p>
            <a:r>
              <a:rPr lang="en-IN" sz="900" dirty="0"/>
              <a:t>                string </a:t>
            </a:r>
            <a:r>
              <a:rPr lang="en-IN" sz="900" dirty="0" err="1"/>
              <a:t>propertyName</a:t>
            </a:r>
            <a:r>
              <a:rPr lang="en-IN" sz="900" dirty="0"/>
              <a:t> = </a:t>
            </a:r>
            <a:r>
              <a:rPr lang="en-IN" sz="900" dirty="0" err="1"/>
              <a:t>reader.GetString</a:t>
            </a:r>
            <a:r>
              <a:rPr lang="en-IN" sz="900" dirty="0"/>
              <a:t>();</a:t>
            </a:r>
          </a:p>
          <a:p>
            <a:r>
              <a:rPr lang="en-IN" sz="900" dirty="0"/>
              <a:t>                </a:t>
            </a:r>
            <a:r>
              <a:rPr lang="en-IN" sz="900" dirty="0" err="1"/>
              <a:t>reader.Read</a:t>
            </a:r>
            <a:r>
              <a:rPr lang="en-IN" sz="900" dirty="0"/>
              <a:t>();</a:t>
            </a:r>
          </a:p>
          <a:p>
            <a:endParaRPr lang="en-IN" sz="900" dirty="0"/>
          </a:p>
          <a:p>
            <a:r>
              <a:rPr lang="en-IN" sz="900" dirty="0"/>
              <a:t>                switch (</a:t>
            </a:r>
            <a:r>
              <a:rPr lang="en-IN" sz="900" dirty="0" err="1"/>
              <a:t>propertyName</a:t>
            </a:r>
            <a:r>
              <a:rPr lang="en-IN" sz="900" dirty="0"/>
              <a:t>)</a:t>
            </a:r>
          </a:p>
          <a:p>
            <a:r>
              <a:rPr lang="en-IN" sz="900" dirty="0"/>
              <a:t>                {</a:t>
            </a:r>
          </a:p>
          <a:p>
            <a:r>
              <a:rPr lang="en-IN" sz="900" dirty="0"/>
              <a:t>                    case "Album":</a:t>
            </a:r>
          </a:p>
          <a:p>
            <a:r>
              <a:rPr lang="en-IN" sz="900" dirty="0"/>
              <a:t>                        album = </a:t>
            </a:r>
            <a:r>
              <a:rPr lang="en-IN" sz="900" dirty="0" err="1"/>
              <a:t>reader.GetString</a:t>
            </a:r>
            <a:r>
              <a:rPr lang="en-IN" sz="900" dirty="0"/>
              <a:t>();</a:t>
            </a:r>
          </a:p>
          <a:p>
            <a:r>
              <a:rPr lang="en-IN" sz="900" dirty="0"/>
              <a:t>                        break;</a:t>
            </a:r>
          </a:p>
          <a:p>
            <a:r>
              <a:rPr lang="en-IN" sz="900" dirty="0"/>
              <a:t>                    case "Artist":</a:t>
            </a:r>
          </a:p>
          <a:p>
            <a:r>
              <a:rPr lang="en-IN" sz="900" dirty="0"/>
              <a:t>                        artist = </a:t>
            </a:r>
            <a:r>
              <a:rPr lang="en-IN" sz="900" dirty="0" err="1"/>
              <a:t>reader.GetString</a:t>
            </a:r>
            <a:r>
              <a:rPr lang="en-IN" sz="900" dirty="0"/>
              <a:t>();</a:t>
            </a:r>
          </a:p>
          <a:p>
            <a:r>
              <a:rPr lang="en-IN" sz="900" dirty="0"/>
              <a:t>                        break;</a:t>
            </a:r>
          </a:p>
          <a:p>
            <a:r>
              <a:rPr lang="en-IN" sz="900" dirty="0"/>
              <a:t>                    case "Year":</a:t>
            </a:r>
          </a:p>
          <a:p>
            <a:r>
              <a:rPr lang="en-IN" sz="900" dirty="0"/>
              <a:t>                        year = reader.GetInt32();</a:t>
            </a:r>
          </a:p>
          <a:p>
            <a:r>
              <a:rPr lang="en-IN" sz="900" dirty="0"/>
              <a:t>                        break;</a:t>
            </a:r>
          </a:p>
          <a:p>
            <a:r>
              <a:rPr lang="en-IN" sz="900" dirty="0"/>
              <a:t>                }</a:t>
            </a:r>
          </a:p>
          <a:p>
            <a:r>
              <a:rPr lang="en-IN" sz="900" dirty="0"/>
              <a:t>            }</a:t>
            </a:r>
          </a:p>
          <a:p>
            <a:r>
              <a:rPr lang="en-IN" sz="900" dirty="0"/>
              <a:t>        }</a:t>
            </a:r>
          </a:p>
          <a:p>
            <a:endParaRPr lang="en-IN" sz="900" dirty="0"/>
          </a:p>
          <a:p>
            <a:r>
              <a:rPr lang="en-IN" sz="900" dirty="0"/>
              <a:t>        </a:t>
            </a:r>
            <a:r>
              <a:rPr lang="en-IN" sz="900" dirty="0" err="1"/>
              <a:t>Console.WriteLine</a:t>
            </a:r>
            <a:r>
              <a:rPr lang="en-IN" sz="900" dirty="0"/>
              <a:t>($"Album: {album}, Artist: {artist}, Year: {year}");</a:t>
            </a:r>
          </a:p>
          <a:p>
            <a:r>
              <a:rPr lang="en-IN" sz="900" dirty="0"/>
              <a:t>    }</a:t>
            </a:r>
          </a:p>
          <a:p>
            <a:r>
              <a:rPr lang="en-IN" sz="900" dirty="0"/>
              <a:t>}</a:t>
            </a:r>
          </a:p>
        </p:txBody>
      </p:sp>
      <p:sp>
        <p:nvSpPr>
          <p:cNvPr id="6" name="TextBox 5">
            <a:extLst>
              <a:ext uri="{FF2B5EF4-FFF2-40B4-BE49-F238E27FC236}">
                <a16:creationId xmlns:a16="http://schemas.microsoft.com/office/drawing/2014/main" id="{B7AAAEAE-08C2-01AD-6514-E5104EB39ED3}"/>
              </a:ext>
            </a:extLst>
          </p:cNvPr>
          <p:cNvSpPr txBox="1"/>
          <p:nvPr/>
        </p:nvSpPr>
        <p:spPr>
          <a:xfrm>
            <a:off x="1376516" y="1839932"/>
            <a:ext cx="4021394" cy="646331"/>
          </a:xfrm>
          <a:prstGeom prst="rect">
            <a:avLst/>
          </a:prstGeom>
          <a:noFill/>
        </p:spPr>
        <p:txBody>
          <a:bodyPr wrap="square">
            <a:spAutoFit/>
          </a:bodyPr>
          <a:lstStyle/>
          <a:p>
            <a:r>
              <a:rPr lang="en-IN" dirty="0"/>
              <a:t>Using the Utf8JsonReader class to process JSON data as it is read.</a:t>
            </a:r>
          </a:p>
        </p:txBody>
      </p:sp>
    </p:spTree>
    <p:extLst>
      <p:ext uri="{BB962C8B-B14F-4D97-AF65-F5344CB8AC3E}">
        <p14:creationId xmlns:p14="http://schemas.microsoft.com/office/powerpoint/2010/main" val="2047469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7FBEF-7ED0-044D-5059-B272EA7FBF2D}"/>
              </a:ext>
            </a:extLst>
          </p:cNvPr>
          <p:cNvSpPr>
            <a:spLocks noGrp="1"/>
          </p:cNvSpPr>
          <p:nvPr>
            <p:ph type="title" idx="4294967295"/>
          </p:nvPr>
        </p:nvSpPr>
        <p:spPr>
          <a:xfrm>
            <a:off x="0" y="365125"/>
            <a:ext cx="10515600" cy="1325563"/>
          </a:xfrm>
        </p:spPr>
        <p:txBody>
          <a:bodyPr/>
          <a:lstStyle/>
          <a:p>
            <a:r>
              <a:rPr lang="en-US" dirty="0"/>
              <a:t>Refactoring: This class is too large</a:t>
            </a:r>
            <a:endParaRPr lang="en-IN" dirty="0"/>
          </a:p>
        </p:txBody>
      </p:sp>
      <p:sp>
        <p:nvSpPr>
          <p:cNvPr id="4" name="TextBox 3">
            <a:extLst>
              <a:ext uri="{FF2B5EF4-FFF2-40B4-BE49-F238E27FC236}">
                <a16:creationId xmlns:a16="http://schemas.microsoft.com/office/drawing/2014/main" id="{1A7C44E2-CFD9-FD9A-C9F0-733BF0554A05}"/>
              </a:ext>
            </a:extLst>
          </p:cNvPr>
          <p:cNvSpPr txBox="1"/>
          <p:nvPr/>
        </p:nvSpPr>
        <p:spPr>
          <a:xfrm>
            <a:off x="838200" y="1746861"/>
            <a:ext cx="11068665" cy="3693319"/>
          </a:xfrm>
          <a:prstGeom prst="rect">
            <a:avLst/>
          </a:prstGeom>
          <a:noFill/>
        </p:spPr>
        <p:txBody>
          <a:bodyPr wrap="square">
            <a:spAutoFit/>
          </a:bodyPr>
          <a:lstStyle/>
          <a:p>
            <a:r>
              <a:rPr lang="en-IN" b="1" dirty="0"/>
              <a:t>Why Refactor?:</a:t>
            </a:r>
          </a:p>
          <a:p>
            <a:r>
              <a:rPr lang="en-IN" dirty="0"/>
              <a:t> improves code readability, maintainability, and to reduce complexity.</a:t>
            </a:r>
          </a:p>
          <a:p>
            <a:endParaRPr lang="en-IN" dirty="0"/>
          </a:p>
          <a:p>
            <a:r>
              <a:rPr lang="en-IN" b="1" dirty="0"/>
              <a:t>Refactoring Steps:</a:t>
            </a:r>
          </a:p>
          <a:p>
            <a:r>
              <a:rPr lang="en-IN" b="1" i="1" dirty="0"/>
              <a:t>Rearrange Methods:</a:t>
            </a:r>
            <a:r>
              <a:rPr lang="en-IN" dirty="0"/>
              <a:t> Group related methods together to identify potential new classes.</a:t>
            </a:r>
          </a:p>
          <a:p>
            <a:r>
              <a:rPr lang="en-IN" b="1" i="1" dirty="0"/>
              <a:t>Analyse Relationships:</a:t>
            </a:r>
            <a:r>
              <a:rPr lang="en-IN" dirty="0"/>
              <a:t> Understand how methods interact to determine how to split the class.</a:t>
            </a:r>
          </a:p>
          <a:p>
            <a:r>
              <a:rPr lang="en-IN" b="1" i="1" dirty="0"/>
              <a:t>Create Covering Tests:</a:t>
            </a:r>
            <a:r>
              <a:rPr lang="en-IN" dirty="0"/>
              <a:t> Ensure that existing functionality is preserved by writing tests.</a:t>
            </a:r>
          </a:p>
          <a:p>
            <a:r>
              <a:rPr lang="en-IN" b="1" i="1" dirty="0"/>
              <a:t>Extract New Classes:</a:t>
            </a:r>
            <a:r>
              <a:rPr lang="en-IN" dirty="0"/>
              <a:t> Gradually move methods to new classes, starting with the least dependent methods.</a:t>
            </a:r>
          </a:p>
          <a:p>
            <a:endParaRPr lang="en-IN" dirty="0"/>
          </a:p>
          <a:p>
            <a:r>
              <a:rPr lang="en-IN" b="1" dirty="0"/>
              <a:t>Solution:</a:t>
            </a:r>
          </a:p>
          <a:p>
            <a:r>
              <a:rPr lang="en-IN" dirty="0"/>
              <a:t>The solution involves breaking down the large class into smaller, more focused classes. This is done through a series of small, incremental refactoring's, each preserving the existing behaviour of the code. By doing this, the code becomes easier to understand, test, and maintain.</a:t>
            </a:r>
          </a:p>
        </p:txBody>
      </p:sp>
    </p:spTree>
    <p:extLst>
      <p:ext uri="{BB962C8B-B14F-4D97-AF65-F5344CB8AC3E}">
        <p14:creationId xmlns:p14="http://schemas.microsoft.com/office/powerpoint/2010/main" val="668560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D9AA3-2947-A531-BD2F-E748D336BB70}"/>
              </a:ext>
            </a:extLst>
          </p:cNvPr>
          <p:cNvSpPr>
            <a:spLocks noGrp="1"/>
          </p:cNvSpPr>
          <p:nvPr>
            <p:ph type="title" idx="4294967295"/>
          </p:nvPr>
        </p:nvSpPr>
        <p:spPr>
          <a:xfrm>
            <a:off x="0" y="365125"/>
            <a:ext cx="10515600" cy="1325563"/>
          </a:xfrm>
        </p:spPr>
        <p:txBody>
          <a:bodyPr/>
          <a:lstStyle/>
          <a:p>
            <a:r>
              <a:rPr lang="en-IN" dirty="0"/>
              <a:t>Example:</a:t>
            </a:r>
          </a:p>
        </p:txBody>
      </p:sp>
      <p:sp>
        <p:nvSpPr>
          <p:cNvPr id="4" name="TextBox 3">
            <a:extLst>
              <a:ext uri="{FF2B5EF4-FFF2-40B4-BE49-F238E27FC236}">
                <a16:creationId xmlns:a16="http://schemas.microsoft.com/office/drawing/2014/main" id="{99B28875-D4A8-B9E6-7A2D-3CE0BB66BF47}"/>
              </a:ext>
            </a:extLst>
          </p:cNvPr>
          <p:cNvSpPr txBox="1"/>
          <p:nvPr/>
        </p:nvSpPr>
        <p:spPr>
          <a:xfrm>
            <a:off x="953730" y="1690688"/>
            <a:ext cx="2890683" cy="4247317"/>
          </a:xfrm>
          <a:prstGeom prst="rect">
            <a:avLst/>
          </a:prstGeom>
          <a:noFill/>
        </p:spPr>
        <p:txBody>
          <a:bodyPr wrap="square">
            <a:spAutoFit/>
          </a:bodyPr>
          <a:lstStyle/>
          <a:p>
            <a:r>
              <a:rPr lang="en-IN" sz="1000" dirty="0"/>
              <a:t>public class </a:t>
            </a:r>
            <a:r>
              <a:rPr lang="en-IN" sz="1000" dirty="0" err="1"/>
              <a:t>DocumentProcessor</a:t>
            </a:r>
            <a:endParaRPr lang="en-IN" sz="1000" dirty="0"/>
          </a:p>
          <a:p>
            <a:r>
              <a:rPr lang="en-IN" sz="1000" dirty="0"/>
              <a:t>{</a:t>
            </a:r>
          </a:p>
          <a:p>
            <a:r>
              <a:rPr lang="en-IN" sz="1000" dirty="0"/>
              <a:t>    public void </a:t>
            </a:r>
            <a:r>
              <a:rPr lang="en-IN" sz="1000" dirty="0" err="1"/>
              <a:t>LoadDocument</a:t>
            </a:r>
            <a:r>
              <a:rPr lang="en-IN" sz="1000" dirty="0"/>
              <a:t>(string </a:t>
            </a:r>
            <a:r>
              <a:rPr lang="en-IN" sz="1000" dirty="0" err="1"/>
              <a:t>filePath</a:t>
            </a:r>
            <a:r>
              <a:rPr lang="en-IN" sz="1000" dirty="0"/>
              <a:t>)</a:t>
            </a:r>
          </a:p>
          <a:p>
            <a:r>
              <a:rPr lang="en-IN" sz="1000" dirty="0"/>
              <a:t>    {</a:t>
            </a:r>
          </a:p>
          <a:p>
            <a:r>
              <a:rPr lang="en-IN" sz="1000" dirty="0"/>
              <a:t>        // Code to load document</a:t>
            </a:r>
          </a:p>
          <a:p>
            <a:r>
              <a:rPr lang="en-IN" sz="1000" dirty="0"/>
              <a:t>    }</a:t>
            </a:r>
          </a:p>
          <a:p>
            <a:endParaRPr lang="en-IN" sz="1000" dirty="0"/>
          </a:p>
          <a:p>
            <a:r>
              <a:rPr lang="en-IN" sz="1000" dirty="0"/>
              <a:t>    public void </a:t>
            </a:r>
            <a:r>
              <a:rPr lang="en-IN" sz="1000" dirty="0" err="1"/>
              <a:t>ParseDocument</a:t>
            </a:r>
            <a:r>
              <a:rPr lang="en-IN" sz="1000" dirty="0"/>
              <a:t>()</a:t>
            </a:r>
          </a:p>
          <a:p>
            <a:r>
              <a:rPr lang="en-IN" sz="1000" dirty="0"/>
              <a:t>    {</a:t>
            </a:r>
          </a:p>
          <a:p>
            <a:r>
              <a:rPr lang="en-IN" sz="1000" dirty="0"/>
              <a:t>        // Code to parse document</a:t>
            </a:r>
          </a:p>
          <a:p>
            <a:r>
              <a:rPr lang="en-IN" sz="1000" dirty="0"/>
              <a:t>    }</a:t>
            </a:r>
          </a:p>
          <a:p>
            <a:endParaRPr lang="en-IN" sz="1000" dirty="0"/>
          </a:p>
          <a:p>
            <a:r>
              <a:rPr lang="en-IN" sz="1000" dirty="0"/>
              <a:t>    public void </a:t>
            </a:r>
            <a:r>
              <a:rPr lang="en-IN" sz="1000" dirty="0" err="1"/>
              <a:t>SaveDocument</a:t>
            </a:r>
            <a:r>
              <a:rPr lang="en-IN" sz="1000" dirty="0"/>
              <a:t>(string </a:t>
            </a:r>
            <a:r>
              <a:rPr lang="en-IN" sz="1000" dirty="0" err="1"/>
              <a:t>filePath</a:t>
            </a:r>
            <a:r>
              <a:rPr lang="en-IN" sz="1000" dirty="0"/>
              <a:t>)</a:t>
            </a:r>
          </a:p>
          <a:p>
            <a:r>
              <a:rPr lang="en-IN" sz="1000" dirty="0"/>
              <a:t>    {</a:t>
            </a:r>
          </a:p>
          <a:p>
            <a:r>
              <a:rPr lang="en-IN" sz="1000" dirty="0"/>
              <a:t>        // Code to save document</a:t>
            </a:r>
          </a:p>
          <a:p>
            <a:r>
              <a:rPr lang="en-IN" sz="1000" dirty="0"/>
              <a:t>    }</a:t>
            </a:r>
          </a:p>
          <a:p>
            <a:endParaRPr lang="en-IN" sz="1000" dirty="0"/>
          </a:p>
          <a:p>
            <a:r>
              <a:rPr lang="en-IN" sz="1000" dirty="0"/>
              <a:t>    public void </a:t>
            </a:r>
            <a:r>
              <a:rPr lang="en-IN" sz="1000" dirty="0" err="1"/>
              <a:t>PrintDocument</a:t>
            </a:r>
            <a:r>
              <a:rPr lang="en-IN" sz="1000" dirty="0"/>
              <a:t>()</a:t>
            </a:r>
          </a:p>
          <a:p>
            <a:r>
              <a:rPr lang="en-IN" sz="1000" dirty="0"/>
              <a:t>    {</a:t>
            </a:r>
          </a:p>
          <a:p>
            <a:r>
              <a:rPr lang="en-IN" sz="1000" dirty="0"/>
              <a:t>        // Code to print document</a:t>
            </a:r>
          </a:p>
          <a:p>
            <a:r>
              <a:rPr lang="en-IN" sz="1000" dirty="0"/>
              <a:t>    }</a:t>
            </a:r>
          </a:p>
          <a:p>
            <a:endParaRPr lang="en-IN" sz="1000" dirty="0"/>
          </a:p>
          <a:p>
            <a:r>
              <a:rPr lang="en-IN" sz="1000" dirty="0"/>
              <a:t>    public void </a:t>
            </a:r>
            <a:r>
              <a:rPr lang="en-IN" sz="1000" dirty="0" err="1"/>
              <a:t>ValidateDocument</a:t>
            </a:r>
            <a:r>
              <a:rPr lang="en-IN" sz="1000" dirty="0"/>
              <a:t>()</a:t>
            </a:r>
          </a:p>
          <a:p>
            <a:r>
              <a:rPr lang="en-IN" sz="1000" dirty="0"/>
              <a:t>    {</a:t>
            </a:r>
          </a:p>
          <a:p>
            <a:r>
              <a:rPr lang="en-IN" sz="1000" dirty="0"/>
              <a:t>        // Code to validate document</a:t>
            </a:r>
          </a:p>
          <a:p>
            <a:r>
              <a:rPr lang="en-IN" sz="1000" dirty="0"/>
              <a:t>    }</a:t>
            </a:r>
          </a:p>
          <a:p>
            <a:r>
              <a:rPr lang="en-IN" sz="1000" dirty="0"/>
              <a:t>}</a:t>
            </a:r>
          </a:p>
        </p:txBody>
      </p:sp>
      <p:sp>
        <p:nvSpPr>
          <p:cNvPr id="7" name="TextBox 6">
            <a:extLst>
              <a:ext uri="{FF2B5EF4-FFF2-40B4-BE49-F238E27FC236}">
                <a16:creationId xmlns:a16="http://schemas.microsoft.com/office/drawing/2014/main" id="{9FDA2194-7683-BB44-B950-E0E90E883F62}"/>
              </a:ext>
            </a:extLst>
          </p:cNvPr>
          <p:cNvSpPr txBox="1"/>
          <p:nvPr/>
        </p:nvSpPr>
        <p:spPr>
          <a:xfrm>
            <a:off x="6096000" y="130472"/>
            <a:ext cx="2517058" cy="1938992"/>
          </a:xfrm>
          <a:prstGeom prst="rect">
            <a:avLst/>
          </a:prstGeom>
          <a:noFill/>
        </p:spPr>
        <p:txBody>
          <a:bodyPr wrap="square">
            <a:spAutoFit/>
          </a:bodyPr>
          <a:lstStyle/>
          <a:p>
            <a:r>
              <a:rPr lang="en-IN" sz="1000" dirty="0"/>
              <a:t>public class </a:t>
            </a:r>
            <a:r>
              <a:rPr lang="en-IN" sz="1000" dirty="0" err="1"/>
              <a:t>FileHandler</a:t>
            </a:r>
            <a:endParaRPr lang="en-IN" sz="1000" dirty="0"/>
          </a:p>
          <a:p>
            <a:r>
              <a:rPr lang="en-IN" sz="1000" dirty="0"/>
              <a:t>{</a:t>
            </a:r>
          </a:p>
          <a:p>
            <a:r>
              <a:rPr lang="en-IN" sz="1000" dirty="0"/>
              <a:t>    public void </a:t>
            </a:r>
            <a:r>
              <a:rPr lang="en-IN" sz="1000" dirty="0" err="1"/>
              <a:t>LoadDocument</a:t>
            </a:r>
            <a:r>
              <a:rPr lang="en-IN" sz="1000" dirty="0"/>
              <a:t>(string </a:t>
            </a:r>
            <a:r>
              <a:rPr lang="en-IN" sz="1000" dirty="0" err="1"/>
              <a:t>filePath</a:t>
            </a:r>
            <a:r>
              <a:rPr lang="en-IN" sz="1000" dirty="0"/>
              <a:t>)</a:t>
            </a:r>
          </a:p>
          <a:p>
            <a:r>
              <a:rPr lang="en-IN" sz="1000" dirty="0"/>
              <a:t>    {</a:t>
            </a:r>
          </a:p>
          <a:p>
            <a:r>
              <a:rPr lang="en-IN" sz="1000" dirty="0"/>
              <a:t>        // Code to load document</a:t>
            </a:r>
          </a:p>
          <a:p>
            <a:r>
              <a:rPr lang="en-IN" sz="1000" dirty="0"/>
              <a:t>    }</a:t>
            </a:r>
          </a:p>
          <a:p>
            <a:endParaRPr lang="en-IN" sz="1000" dirty="0"/>
          </a:p>
          <a:p>
            <a:r>
              <a:rPr lang="en-IN" sz="1000" dirty="0"/>
              <a:t>    public void </a:t>
            </a:r>
            <a:r>
              <a:rPr lang="en-IN" sz="1000" dirty="0" err="1"/>
              <a:t>SaveDocument</a:t>
            </a:r>
            <a:r>
              <a:rPr lang="en-IN" sz="1000" dirty="0"/>
              <a:t>(string </a:t>
            </a:r>
            <a:r>
              <a:rPr lang="en-IN" sz="1000" dirty="0" err="1"/>
              <a:t>filePath</a:t>
            </a:r>
            <a:r>
              <a:rPr lang="en-IN" sz="1000" dirty="0"/>
              <a:t>)</a:t>
            </a:r>
          </a:p>
          <a:p>
            <a:r>
              <a:rPr lang="en-IN" sz="1000" dirty="0"/>
              <a:t>    {</a:t>
            </a:r>
          </a:p>
          <a:p>
            <a:r>
              <a:rPr lang="en-IN" sz="1000" dirty="0"/>
              <a:t>        // Code to save document</a:t>
            </a:r>
          </a:p>
          <a:p>
            <a:r>
              <a:rPr lang="en-IN" sz="1000" dirty="0"/>
              <a:t>    }</a:t>
            </a:r>
          </a:p>
          <a:p>
            <a:r>
              <a:rPr lang="en-IN" sz="1000" dirty="0"/>
              <a:t>}</a:t>
            </a:r>
          </a:p>
        </p:txBody>
      </p:sp>
      <p:sp>
        <p:nvSpPr>
          <p:cNvPr id="9" name="TextBox 8">
            <a:extLst>
              <a:ext uri="{FF2B5EF4-FFF2-40B4-BE49-F238E27FC236}">
                <a16:creationId xmlns:a16="http://schemas.microsoft.com/office/drawing/2014/main" id="{7163AEED-1F94-479E-FD7F-1BECCC3BF8CC}"/>
              </a:ext>
            </a:extLst>
          </p:cNvPr>
          <p:cNvSpPr txBox="1"/>
          <p:nvPr/>
        </p:nvSpPr>
        <p:spPr>
          <a:xfrm>
            <a:off x="6096000" y="5453964"/>
            <a:ext cx="2330245" cy="1169551"/>
          </a:xfrm>
          <a:prstGeom prst="rect">
            <a:avLst/>
          </a:prstGeom>
          <a:noFill/>
        </p:spPr>
        <p:txBody>
          <a:bodyPr wrap="square">
            <a:spAutoFit/>
          </a:bodyPr>
          <a:lstStyle/>
          <a:p>
            <a:r>
              <a:rPr lang="en-IN" sz="1000" dirty="0"/>
              <a:t>public class </a:t>
            </a:r>
            <a:r>
              <a:rPr lang="en-IN" sz="1000" dirty="0" err="1"/>
              <a:t>DocumentValidator</a:t>
            </a:r>
            <a:endParaRPr lang="en-IN" sz="1000" dirty="0"/>
          </a:p>
          <a:p>
            <a:r>
              <a:rPr lang="en-IN" sz="1000" dirty="0"/>
              <a:t>{</a:t>
            </a:r>
          </a:p>
          <a:p>
            <a:r>
              <a:rPr lang="en-IN" sz="1000" dirty="0"/>
              <a:t>    public void </a:t>
            </a:r>
            <a:r>
              <a:rPr lang="en-IN" sz="1000" dirty="0" err="1"/>
              <a:t>ValidateDocument</a:t>
            </a:r>
            <a:r>
              <a:rPr lang="en-IN" sz="1000" dirty="0"/>
              <a:t>()</a:t>
            </a:r>
          </a:p>
          <a:p>
            <a:r>
              <a:rPr lang="en-IN" sz="1000" dirty="0"/>
              <a:t>    {</a:t>
            </a:r>
          </a:p>
          <a:p>
            <a:r>
              <a:rPr lang="en-IN" sz="1000" dirty="0"/>
              <a:t>        // Code to validate document</a:t>
            </a:r>
          </a:p>
          <a:p>
            <a:r>
              <a:rPr lang="en-IN" sz="1000" dirty="0"/>
              <a:t>    }</a:t>
            </a:r>
          </a:p>
          <a:p>
            <a:r>
              <a:rPr lang="en-IN" sz="1000" dirty="0"/>
              <a:t>}</a:t>
            </a:r>
          </a:p>
        </p:txBody>
      </p:sp>
      <p:sp>
        <p:nvSpPr>
          <p:cNvPr id="12" name="TextBox 11">
            <a:extLst>
              <a:ext uri="{FF2B5EF4-FFF2-40B4-BE49-F238E27FC236}">
                <a16:creationId xmlns:a16="http://schemas.microsoft.com/office/drawing/2014/main" id="{4866FF97-B77F-3981-D488-9650B750BB6E}"/>
              </a:ext>
            </a:extLst>
          </p:cNvPr>
          <p:cNvSpPr txBox="1"/>
          <p:nvPr/>
        </p:nvSpPr>
        <p:spPr>
          <a:xfrm>
            <a:off x="8872383" y="1630005"/>
            <a:ext cx="4731773" cy="4862870"/>
          </a:xfrm>
          <a:prstGeom prst="rect">
            <a:avLst/>
          </a:prstGeom>
          <a:noFill/>
        </p:spPr>
        <p:txBody>
          <a:bodyPr wrap="square">
            <a:spAutoFit/>
          </a:bodyPr>
          <a:lstStyle/>
          <a:p>
            <a:r>
              <a:rPr lang="en-IN" sz="1000" dirty="0"/>
              <a:t>public class </a:t>
            </a:r>
            <a:r>
              <a:rPr lang="en-IN" sz="1000" dirty="0" err="1"/>
              <a:t>DocumentProcessor</a:t>
            </a:r>
            <a:endParaRPr lang="en-IN" sz="1000" dirty="0"/>
          </a:p>
          <a:p>
            <a:r>
              <a:rPr lang="en-IN" sz="1000" dirty="0"/>
              <a:t>{</a:t>
            </a:r>
          </a:p>
          <a:p>
            <a:r>
              <a:rPr lang="en-IN" sz="1000" dirty="0"/>
              <a:t>    private </a:t>
            </a:r>
            <a:r>
              <a:rPr lang="en-IN" sz="1000" dirty="0" err="1"/>
              <a:t>readonly</a:t>
            </a:r>
            <a:r>
              <a:rPr lang="en-IN" sz="1000" dirty="0"/>
              <a:t> </a:t>
            </a:r>
            <a:r>
              <a:rPr lang="en-IN" sz="1000" dirty="0" err="1"/>
              <a:t>FileHandler</a:t>
            </a:r>
            <a:r>
              <a:rPr lang="en-IN" sz="1000" dirty="0"/>
              <a:t> _</a:t>
            </a:r>
            <a:r>
              <a:rPr lang="en-IN" sz="1000" dirty="0" err="1"/>
              <a:t>fileHandler</a:t>
            </a:r>
            <a:r>
              <a:rPr lang="en-IN" sz="1000" dirty="0"/>
              <a:t> = new </a:t>
            </a:r>
            <a:r>
              <a:rPr lang="en-IN" sz="1000" dirty="0" err="1"/>
              <a:t>FileHandler</a:t>
            </a:r>
            <a:r>
              <a:rPr lang="en-IN" sz="1000" dirty="0"/>
              <a:t>();</a:t>
            </a:r>
          </a:p>
          <a:p>
            <a:r>
              <a:rPr lang="en-IN" sz="1000" dirty="0"/>
              <a:t>    private </a:t>
            </a:r>
            <a:r>
              <a:rPr lang="en-IN" sz="1000" dirty="0" err="1"/>
              <a:t>readonly</a:t>
            </a:r>
            <a:r>
              <a:rPr lang="en-IN" sz="1000" dirty="0"/>
              <a:t> </a:t>
            </a:r>
            <a:r>
              <a:rPr lang="en-IN" sz="1000" dirty="0" err="1"/>
              <a:t>DocumentValidator</a:t>
            </a:r>
            <a:r>
              <a:rPr lang="en-IN" sz="1000" dirty="0"/>
              <a:t> _validator = new </a:t>
            </a:r>
            <a:r>
              <a:rPr lang="en-IN" sz="1000" dirty="0" err="1"/>
              <a:t>DocumentValidator</a:t>
            </a:r>
            <a:r>
              <a:rPr lang="en-IN" sz="1000" dirty="0"/>
              <a:t>();</a:t>
            </a:r>
          </a:p>
          <a:p>
            <a:endParaRPr lang="en-IN" sz="1000" dirty="0"/>
          </a:p>
          <a:p>
            <a:r>
              <a:rPr lang="en-IN" sz="1000" dirty="0"/>
              <a:t>    public void </a:t>
            </a:r>
            <a:r>
              <a:rPr lang="en-IN" sz="1000" dirty="0" err="1"/>
              <a:t>LoadDocument</a:t>
            </a:r>
            <a:r>
              <a:rPr lang="en-IN" sz="1000" dirty="0"/>
              <a:t>(string </a:t>
            </a:r>
            <a:r>
              <a:rPr lang="en-IN" sz="1000" dirty="0" err="1"/>
              <a:t>filePath</a:t>
            </a:r>
            <a:r>
              <a:rPr lang="en-IN" sz="1000" dirty="0"/>
              <a:t>)</a:t>
            </a:r>
          </a:p>
          <a:p>
            <a:r>
              <a:rPr lang="en-IN" sz="1000" dirty="0"/>
              <a:t>    {</a:t>
            </a:r>
          </a:p>
          <a:p>
            <a:r>
              <a:rPr lang="en-IN" sz="1000" dirty="0"/>
              <a:t>        _</a:t>
            </a:r>
            <a:r>
              <a:rPr lang="en-IN" sz="1000" dirty="0" err="1"/>
              <a:t>fileHandler.LoadDocument</a:t>
            </a:r>
            <a:r>
              <a:rPr lang="en-IN" sz="1000" dirty="0"/>
              <a:t>(</a:t>
            </a:r>
            <a:r>
              <a:rPr lang="en-IN" sz="1000" dirty="0" err="1"/>
              <a:t>filePath</a:t>
            </a:r>
            <a:r>
              <a:rPr lang="en-IN" sz="1000" dirty="0"/>
              <a:t>);</a:t>
            </a:r>
          </a:p>
          <a:p>
            <a:r>
              <a:rPr lang="en-IN" sz="1000" dirty="0"/>
              <a:t>    }</a:t>
            </a:r>
          </a:p>
          <a:p>
            <a:endParaRPr lang="en-IN" sz="1000" dirty="0"/>
          </a:p>
          <a:p>
            <a:r>
              <a:rPr lang="en-IN" sz="1000" dirty="0"/>
              <a:t>    public void </a:t>
            </a:r>
            <a:r>
              <a:rPr lang="en-IN" sz="1000" dirty="0" err="1"/>
              <a:t>SaveDocument</a:t>
            </a:r>
            <a:r>
              <a:rPr lang="en-IN" sz="1000" dirty="0"/>
              <a:t>(string </a:t>
            </a:r>
            <a:r>
              <a:rPr lang="en-IN" sz="1000" dirty="0" err="1"/>
              <a:t>filePath</a:t>
            </a:r>
            <a:r>
              <a:rPr lang="en-IN" sz="1000" dirty="0"/>
              <a:t>)</a:t>
            </a:r>
          </a:p>
          <a:p>
            <a:r>
              <a:rPr lang="en-IN" sz="1000" dirty="0"/>
              <a:t>    {</a:t>
            </a:r>
          </a:p>
          <a:p>
            <a:r>
              <a:rPr lang="en-IN" sz="1000" dirty="0"/>
              <a:t>        _</a:t>
            </a:r>
            <a:r>
              <a:rPr lang="en-IN" sz="1000" dirty="0" err="1"/>
              <a:t>fileHandler.SaveDocument</a:t>
            </a:r>
            <a:r>
              <a:rPr lang="en-IN" sz="1000" dirty="0"/>
              <a:t>(</a:t>
            </a:r>
            <a:r>
              <a:rPr lang="en-IN" sz="1000" dirty="0" err="1"/>
              <a:t>filePath</a:t>
            </a:r>
            <a:r>
              <a:rPr lang="en-IN" sz="1000" dirty="0"/>
              <a:t>);</a:t>
            </a:r>
          </a:p>
          <a:p>
            <a:r>
              <a:rPr lang="en-IN" sz="1000" dirty="0"/>
              <a:t>    }</a:t>
            </a:r>
          </a:p>
          <a:p>
            <a:endParaRPr lang="en-IN" sz="1000" dirty="0"/>
          </a:p>
          <a:p>
            <a:r>
              <a:rPr lang="en-IN" sz="1000" dirty="0"/>
              <a:t>    public void </a:t>
            </a:r>
            <a:r>
              <a:rPr lang="en-IN" sz="1000" dirty="0" err="1"/>
              <a:t>PrintDocument</a:t>
            </a:r>
            <a:r>
              <a:rPr lang="en-IN" sz="1000" dirty="0"/>
              <a:t>()</a:t>
            </a:r>
          </a:p>
          <a:p>
            <a:r>
              <a:rPr lang="en-IN" sz="1000" dirty="0"/>
              <a:t>    {</a:t>
            </a:r>
          </a:p>
          <a:p>
            <a:r>
              <a:rPr lang="en-IN" sz="1000" dirty="0"/>
              <a:t>        // Code to print document</a:t>
            </a:r>
          </a:p>
          <a:p>
            <a:r>
              <a:rPr lang="en-IN" sz="1000" dirty="0"/>
              <a:t>    }</a:t>
            </a:r>
          </a:p>
          <a:p>
            <a:endParaRPr lang="en-IN" sz="1000" dirty="0"/>
          </a:p>
          <a:p>
            <a:r>
              <a:rPr lang="en-IN" sz="1000" dirty="0"/>
              <a:t>    public void </a:t>
            </a:r>
            <a:r>
              <a:rPr lang="en-IN" sz="1000" dirty="0" err="1"/>
              <a:t>ValidateDocument</a:t>
            </a:r>
            <a:r>
              <a:rPr lang="en-IN" sz="1000" dirty="0"/>
              <a:t>()</a:t>
            </a:r>
          </a:p>
          <a:p>
            <a:r>
              <a:rPr lang="en-IN" sz="1000" dirty="0"/>
              <a:t>    {</a:t>
            </a:r>
          </a:p>
          <a:p>
            <a:r>
              <a:rPr lang="en-IN" sz="1000" dirty="0"/>
              <a:t>        _</a:t>
            </a:r>
            <a:r>
              <a:rPr lang="en-IN" sz="1000" dirty="0" err="1"/>
              <a:t>validator.ValidateDocument</a:t>
            </a:r>
            <a:r>
              <a:rPr lang="en-IN" sz="1000" dirty="0"/>
              <a:t>();</a:t>
            </a:r>
          </a:p>
          <a:p>
            <a:r>
              <a:rPr lang="en-IN" sz="1000" dirty="0"/>
              <a:t>    }</a:t>
            </a:r>
          </a:p>
          <a:p>
            <a:endParaRPr lang="en-IN" sz="1000" dirty="0"/>
          </a:p>
          <a:p>
            <a:r>
              <a:rPr lang="en-IN" sz="1000" dirty="0"/>
              <a:t>    public void </a:t>
            </a:r>
            <a:r>
              <a:rPr lang="en-IN" sz="1000" dirty="0" err="1"/>
              <a:t>ParseDocument</a:t>
            </a:r>
            <a:r>
              <a:rPr lang="en-IN" sz="1000" dirty="0"/>
              <a:t>()</a:t>
            </a:r>
          </a:p>
          <a:p>
            <a:r>
              <a:rPr lang="en-IN" sz="1000" dirty="0"/>
              <a:t>    {</a:t>
            </a:r>
          </a:p>
          <a:p>
            <a:r>
              <a:rPr lang="en-IN" sz="1000" dirty="0"/>
              <a:t>        // Code to parse document</a:t>
            </a:r>
          </a:p>
          <a:p>
            <a:r>
              <a:rPr lang="en-IN" sz="1000" dirty="0"/>
              <a:t>    }</a:t>
            </a:r>
          </a:p>
          <a:p>
            <a:r>
              <a:rPr lang="en-IN" sz="1000" dirty="0"/>
              <a:t>}</a:t>
            </a:r>
          </a:p>
        </p:txBody>
      </p:sp>
      <p:sp>
        <p:nvSpPr>
          <p:cNvPr id="16" name="Arrow: Right 15">
            <a:extLst>
              <a:ext uri="{FF2B5EF4-FFF2-40B4-BE49-F238E27FC236}">
                <a16:creationId xmlns:a16="http://schemas.microsoft.com/office/drawing/2014/main" id="{6775037A-30C6-AF17-B4E2-83A03FABC495}"/>
              </a:ext>
            </a:extLst>
          </p:cNvPr>
          <p:cNvSpPr/>
          <p:nvPr/>
        </p:nvSpPr>
        <p:spPr>
          <a:xfrm>
            <a:off x="3753461" y="3063811"/>
            <a:ext cx="4424516" cy="6616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CAC18EE0-24E3-2B4B-EB86-E287C323526C}"/>
              </a:ext>
            </a:extLst>
          </p:cNvPr>
          <p:cNvSpPr/>
          <p:nvPr/>
        </p:nvSpPr>
        <p:spPr>
          <a:xfrm rot="19235610">
            <a:off x="3518718" y="2374670"/>
            <a:ext cx="2094271" cy="5801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4965C22B-2E20-02CF-27EF-BB3D72B833DF}"/>
              </a:ext>
            </a:extLst>
          </p:cNvPr>
          <p:cNvSpPr/>
          <p:nvPr/>
        </p:nvSpPr>
        <p:spPr>
          <a:xfrm rot="2235846">
            <a:off x="3528002" y="3790002"/>
            <a:ext cx="2311562" cy="5801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17770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142D-6145-37F3-C71C-B3847D92593D}"/>
              </a:ext>
            </a:extLst>
          </p:cNvPr>
          <p:cNvSpPr>
            <a:spLocks noGrp="1"/>
          </p:cNvSpPr>
          <p:nvPr>
            <p:ph type="title" idx="4294967295"/>
          </p:nvPr>
        </p:nvSpPr>
        <p:spPr>
          <a:xfrm>
            <a:off x="0" y="120650"/>
            <a:ext cx="10515600" cy="1325563"/>
          </a:xfrm>
        </p:spPr>
        <p:txBody>
          <a:bodyPr/>
          <a:lstStyle/>
          <a:p>
            <a:r>
              <a:rPr lang="en-IN" dirty="0"/>
              <a:t>Preparatory refactoring</a:t>
            </a:r>
          </a:p>
        </p:txBody>
      </p:sp>
      <p:sp>
        <p:nvSpPr>
          <p:cNvPr id="4" name="TextBox 3">
            <a:extLst>
              <a:ext uri="{FF2B5EF4-FFF2-40B4-BE49-F238E27FC236}">
                <a16:creationId xmlns:a16="http://schemas.microsoft.com/office/drawing/2014/main" id="{B6E3527C-5E11-2DDD-4241-43F1DAEDBDD8}"/>
              </a:ext>
            </a:extLst>
          </p:cNvPr>
          <p:cNvSpPr txBox="1"/>
          <p:nvPr/>
        </p:nvSpPr>
        <p:spPr>
          <a:xfrm>
            <a:off x="1120877" y="1472063"/>
            <a:ext cx="10137057" cy="4401205"/>
          </a:xfrm>
          <a:prstGeom prst="rect">
            <a:avLst/>
          </a:prstGeom>
          <a:noFill/>
        </p:spPr>
        <p:txBody>
          <a:bodyPr wrap="square">
            <a:spAutoFit/>
          </a:bodyPr>
          <a:lstStyle/>
          <a:p>
            <a:r>
              <a:rPr lang="en-IN" sz="1400" dirty="0"/>
              <a:t>Concept of preparatory refactoring, which involves restructuring existing code to make it easier to add new features. This approach is summarized by the phrase "make the change easy, then make the easy change."</a:t>
            </a:r>
          </a:p>
          <a:p>
            <a:endParaRPr lang="en-IN" sz="1400" dirty="0"/>
          </a:p>
          <a:p>
            <a:r>
              <a:rPr lang="en-IN" sz="1400" dirty="0"/>
              <a:t>1. </a:t>
            </a:r>
            <a:r>
              <a:rPr lang="en-IN" sz="1400" b="1" dirty="0"/>
              <a:t>The Starting Point:</a:t>
            </a:r>
          </a:p>
          <a:p>
            <a:r>
              <a:rPr lang="en-IN" sz="1400" dirty="0"/>
              <a:t>   - Wants to add a new feature to highlight specific parts of these code fragments.</a:t>
            </a:r>
          </a:p>
          <a:p>
            <a:endParaRPr lang="en-IN" sz="1400" dirty="0"/>
          </a:p>
          <a:p>
            <a:r>
              <a:rPr lang="en-IN" sz="1400" dirty="0"/>
              <a:t>2.</a:t>
            </a:r>
            <a:r>
              <a:rPr lang="en-IN" sz="1400" b="1" dirty="0"/>
              <a:t> Identifying the Need for Refactoring:</a:t>
            </a:r>
          </a:p>
          <a:p>
            <a:r>
              <a:rPr lang="en-IN" sz="1400" dirty="0"/>
              <a:t>   - Before adding the new feature, we need to realizes that the existing code structure is not conducive to the change. This is where preparatory refactoring comes in.</a:t>
            </a:r>
          </a:p>
          <a:p>
            <a:endParaRPr lang="en-IN" sz="1400" dirty="0"/>
          </a:p>
          <a:p>
            <a:r>
              <a:rPr lang="en-IN" sz="1400" dirty="0"/>
              <a:t>3. </a:t>
            </a:r>
            <a:r>
              <a:rPr lang="en-IN" sz="1400" b="1" dirty="0"/>
              <a:t>Refactoring Steps:</a:t>
            </a:r>
          </a:p>
          <a:p>
            <a:r>
              <a:rPr lang="en-IN" sz="1400" dirty="0"/>
              <a:t>   - Rearrange Methods: Group related methods together to identify potential new classes.</a:t>
            </a:r>
          </a:p>
          <a:p>
            <a:r>
              <a:rPr lang="en-IN" sz="1400" dirty="0"/>
              <a:t>   - Analyse Relationships: Understand how methods interact to determine how to split the class.</a:t>
            </a:r>
          </a:p>
          <a:p>
            <a:r>
              <a:rPr lang="en-IN" sz="1400" dirty="0"/>
              <a:t>   - Create Covering Tests: Ensure that existing functionality is preserved by writing tests.</a:t>
            </a:r>
          </a:p>
          <a:p>
            <a:r>
              <a:rPr lang="en-IN" sz="1400" dirty="0"/>
              <a:t>   - Extract New Classes: Gradually move methods to new classes, starting with the least dependent methods.</a:t>
            </a:r>
          </a:p>
          <a:p>
            <a:endParaRPr lang="en-IN" sz="1400" dirty="0"/>
          </a:p>
          <a:p>
            <a:r>
              <a:rPr lang="en-IN" sz="1400" b="1" dirty="0"/>
              <a:t>Solution:</a:t>
            </a:r>
          </a:p>
          <a:p>
            <a:r>
              <a:rPr lang="en-IN" sz="1400" dirty="0"/>
              <a:t>The solution involves breaking down the large class into smaller, more focused classes through a series of small, incremental refactoring's. This makes the code more modular, easier to understand, and maintainable. By doing this, the code becomes easier to understand, test, and maintain.</a:t>
            </a:r>
          </a:p>
        </p:txBody>
      </p:sp>
      <p:sp>
        <p:nvSpPr>
          <p:cNvPr id="6" name="TextBox 5">
            <a:extLst>
              <a:ext uri="{FF2B5EF4-FFF2-40B4-BE49-F238E27FC236}">
                <a16:creationId xmlns:a16="http://schemas.microsoft.com/office/drawing/2014/main" id="{35957965-8319-0FEE-E7D6-CBB91B9A45FA}"/>
              </a:ext>
            </a:extLst>
          </p:cNvPr>
          <p:cNvSpPr txBox="1"/>
          <p:nvPr/>
        </p:nvSpPr>
        <p:spPr>
          <a:xfrm>
            <a:off x="6189405" y="321950"/>
            <a:ext cx="6096000" cy="923330"/>
          </a:xfrm>
          <a:prstGeom prst="rect">
            <a:avLst/>
          </a:prstGeom>
          <a:noFill/>
        </p:spPr>
        <p:txBody>
          <a:bodyPr wrap="square">
            <a:spAutoFit/>
          </a:bodyPr>
          <a:lstStyle/>
          <a:p>
            <a:pPr algn="l" fontAlgn="base"/>
            <a:r>
              <a:rPr lang="en-US" b="0" i="1" dirty="0">
                <a:solidFill>
                  <a:srgbClr val="303633"/>
                </a:solidFill>
                <a:effectLst/>
                <a:latin typeface="Lora" panose="020F0502020204030204" pitchFamily="2" charset="0"/>
              </a:rPr>
              <a:t>for each desired change, make the change easy (warning: this may be hard), then make the easy change</a:t>
            </a:r>
          </a:p>
          <a:p>
            <a:pPr algn="l" fontAlgn="base"/>
            <a:r>
              <a:rPr lang="en-US" b="0" i="1" dirty="0">
                <a:solidFill>
                  <a:srgbClr val="303633"/>
                </a:solidFill>
                <a:effectLst/>
                <a:latin typeface="Lora" panose="020F0502020204030204" pitchFamily="2" charset="0"/>
              </a:rPr>
              <a:t>-- </a:t>
            </a:r>
            <a:r>
              <a:rPr lang="en-US" b="0" i="1" u="none" strike="noStrike" dirty="0">
                <a:solidFill>
                  <a:srgbClr val="303633"/>
                </a:solidFill>
                <a:effectLst/>
                <a:latin typeface="Lora" panose="020F0502020204030204" pitchFamily="2" charset="0"/>
                <a:hlinkClick r:id="rId2"/>
              </a:rPr>
              <a:t>Kent Beck</a:t>
            </a:r>
            <a:endParaRPr lang="en-US" b="0" i="1" dirty="0">
              <a:solidFill>
                <a:srgbClr val="303633"/>
              </a:solidFill>
              <a:effectLst/>
              <a:latin typeface="Lora" panose="020F0502020204030204" pitchFamily="2" charset="0"/>
            </a:endParaRPr>
          </a:p>
        </p:txBody>
      </p:sp>
    </p:spTree>
    <p:extLst>
      <p:ext uri="{BB962C8B-B14F-4D97-AF65-F5344CB8AC3E}">
        <p14:creationId xmlns:p14="http://schemas.microsoft.com/office/powerpoint/2010/main" val="448751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F2002-8E60-17C6-3F12-9CC7A7386F5C}"/>
              </a:ext>
            </a:extLst>
          </p:cNvPr>
          <p:cNvSpPr>
            <a:spLocks noGrp="1"/>
          </p:cNvSpPr>
          <p:nvPr>
            <p:ph type="title" idx="4294967295"/>
          </p:nvPr>
        </p:nvSpPr>
        <p:spPr>
          <a:xfrm>
            <a:off x="0" y="365125"/>
            <a:ext cx="10515600" cy="1325563"/>
          </a:xfrm>
        </p:spPr>
        <p:txBody>
          <a:bodyPr/>
          <a:lstStyle/>
          <a:p>
            <a:r>
              <a:rPr lang="en-IN" dirty="0"/>
              <a:t>Example:</a:t>
            </a:r>
          </a:p>
        </p:txBody>
      </p:sp>
      <p:sp>
        <p:nvSpPr>
          <p:cNvPr id="4" name="TextBox 3">
            <a:extLst>
              <a:ext uri="{FF2B5EF4-FFF2-40B4-BE49-F238E27FC236}">
                <a16:creationId xmlns:a16="http://schemas.microsoft.com/office/drawing/2014/main" id="{3A5D5FAF-1B54-0274-7080-7501450BB23F}"/>
              </a:ext>
            </a:extLst>
          </p:cNvPr>
          <p:cNvSpPr txBox="1"/>
          <p:nvPr/>
        </p:nvSpPr>
        <p:spPr>
          <a:xfrm>
            <a:off x="838200" y="1690688"/>
            <a:ext cx="2848897" cy="4247317"/>
          </a:xfrm>
          <a:prstGeom prst="rect">
            <a:avLst/>
          </a:prstGeom>
          <a:noFill/>
        </p:spPr>
        <p:txBody>
          <a:bodyPr wrap="square">
            <a:spAutoFit/>
          </a:bodyPr>
          <a:lstStyle/>
          <a:p>
            <a:r>
              <a:rPr lang="en-IN" sz="1000" dirty="0"/>
              <a:t>public class </a:t>
            </a:r>
            <a:r>
              <a:rPr lang="en-IN" sz="1000" dirty="0" err="1"/>
              <a:t>DocumentProcessor</a:t>
            </a:r>
            <a:endParaRPr lang="en-IN" sz="1000" dirty="0"/>
          </a:p>
          <a:p>
            <a:r>
              <a:rPr lang="en-IN" sz="1000" dirty="0"/>
              <a:t>{</a:t>
            </a:r>
          </a:p>
          <a:p>
            <a:r>
              <a:rPr lang="en-IN" sz="1000" dirty="0"/>
              <a:t>    public void </a:t>
            </a:r>
            <a:r>
              <a:rPr lang="en-IN" sz="1000" dirty="0" err="1"/>
              <a:t>LoadDocument</a:t>
            </a:r>
            <a:r>
              <a:rPr lang="en-IN" sz="1000" dirty="0"/>
              <a:t>(string </a:t>
            </a:r>
            <a:r>
              <a:rPr lang="en-IN" sz="1000" dirty="0" err="1"/>
              <a:t>filePath</a:t>
            </a:r>
            <a:r>
              <a:rPr lang="en-IN" sz="1000" dirty="0"/>
              <a:t>)</a:t>
            </a:r>
          </a:p>
          <a:p>
            <a:r>
              <a:rPr lang="en-IN" sz="1000" dirty="0"/>
              <a:t>    {</a:t>
            </a:r>
          </a:p>
          <a:p>
            <a:r>
              <a:rPr lang="en-IN" sz="1000" dirty="0"/>
              <a:t>        // Code to load document</a:t>
            </a:r>
          </a:p>
          <a:p>
            <a:r>
              <a:rPr lang="en-IN" sz="1000" dirty="0"/>
              <a:t>    }</a:t>
            </a:r>
          </a:p>
          <a:p>
            <a:endParaRPr lang="en-IN" sz="1000" dirty="0"/>
          </a:p>
          <a:p>
            <a:r>
              <a:rPr lang="en-IN" sz="1000" dirty="0"/>
              <a:t>    public void </a:t>
            </a:r>
            <a:r>
              <a:rPr lang="en-IN" sz="1000" dirty="0" err="1"/>
              <a:t>ParseDocument</a:t>
            </a:r>
            <a:r>
              <a:rPr lang="en-IN" sz="1000" dirty="0"/>
              <a:t>()</a:t>
            </a:r>
          </a:p>
          <a:p>
            <a:r>
              <a:rPr lang="en-IN" sz="1000" dirty="0"/>
              <a:t>    {</a:t>
            </a:r>
          </a:p>
          <a:p>
            <a:r>
              <a:rPr lang="en-IN" sz="1000" dirty="0"/>
              <a:t>        // Code to parse document</a:t>
            </a:r>
          </a:p>
          <a:p>
            <a:r>
              <a:rPr lang="en-IN" sz="1000" dirty="0"/>
              <a:t>    }</a:t>
            </a:r>
          </a:p>
          <a:p>
            <a:endParaRPr lang="en-IN" sz="1000" dirty="0"/>
          </a:p>
          <a:p>
            <a:r>
              <a:rPr lang="en-IN" sz="1000" dirty="0"/>
              <a:t>    public void </a:t>
            </a:r>
            <a:r>
              <a:rPr lang="en-IN" sz="1000" dirty="0" err="1"/>
              <a:t>SaveDocument</a:t>
            </a:r>
            <a:r>
              <a:rPr lang="en-IN" sz="1000" dirty="0"/>
              <a:t>(string </a:t>
            </a:r>
            <a:r>
              <a:rPr lang="en-IN" sz="1000" dirty="0" err="1"/>
              <a:t>filePath</a:t>
            </a:r>
            <a:r>
              <a:rPr lang="en-IN" sz="1000" dirty="0"/>
              <a:t>)</a:t>
            </a:r>
          </a:p>
          <a:p>
            <a:r>
              <a:rPr lang="en-IN" sz="1000" dirty="0"/>
              <a:t>    {</a:t>
            </a:r>
          </a:p>
          <a:p>
            <a:r>
              <a:rPr lang="en-IN" sz="1000" dirty="0"/>
              <a:t>        // Code to save document</a:t>
            </a:r>
          </a:p>
          <a:p>
            <a:r>
              <a:rPr lang="en-IN" sz="1000" dirty="0"/>
              <a:t>    }</a:t>
            </a:r>
          </a:p>
          <a:p>
            <a:endParaRPr lang="en-IN" sz="1000" dirty="0"/>
          </a:p>
          <a:p>
            <a:r>
              <a:rPr lang="en-IN" sz="1000" dirty="0"/>
              <a:t>    public void </a:t>
            </a:r>
            <a:r>
              <a:rPr lang="en-IN" sz="1000" dirty="0" err="1"/>
              <a:t>PrintDocument</a:t>
            </a:r>
            <a:r>
              <a:rPr lang="en-IN" sz="1000" dirty="0"/>
              <a:t>()</a:t>
            </a:r>
          </a:p>
          <a:p>
            <a:r>
              <a:rPr lang="en-IN" sz="1000" dirty="0"/>
              <a:t>    {</a:t>
            </a:r>
          </a:p>
          <a:p>
            <a:r>
              <a:rPr lang="en-IN" sz="1000" dirty="0"/>
              <a:t>        // Code to print document</a:t>
            </a:r>
          </a:p>
          <a:p>
            <a:r>
              <a:rPr lang="en-IN" sz="1000" dirty="0"/>
              <a:t>    }</a:t>
            </a:r>
          </a:p>
          <a:p>
            <a:endParaRPr lang="en-IN" sz="1000" dirty="0"/>
          </a:p>
          <a:p>
            <a:r>
              <a:rPr lang="en-IN" sz="1000" dirty="0"/>
              <a:t>    public void </a:t>
            </a:r>
            <a:r>
              <a:rPr lang="en-IN" sz="1000" dirty="0" err="1"/>
              <a:t>ValidateDocument</a:t>
            </a:r>
            <a:r>
              <a:rPr lang="en-IN" sz="1000" dirty="0"/>
              <a:t>()</a:t>
            </a:r>
          </a:p>
          <a:p>
            <a:r>
              <a:rPr lang="en-IN" sz="1000" dirty="0"/>
              <a:t>    {</a:t>
            </a:r>
          </a:p>
          <a:p>
            <a:r>
              <a:rPr lang="en-IN" sz="1000" dirty="0"/>
              <a:t>        // Code to validate document</a:t>
            </a:r>
          </a:p>
          <a:p>
            <a:r>
              <a:rPr lang="en-IN" sz="1000" dirty="0"/>
              <a:t>    }</a:t>
            </a:r>
          </a:p>
          <a:p>
            <a:r>
              <a:rPr lang="en-IN" sz="1000" dirty="0"/>
              <a:t>}</a:t>
            </a:r>
          </a:p>
        </p:txBody>
      </p:sp>
      <p:sp>
        <p:nvSpPr>
          <p:cNvPr id="6" name="TextBox 5">
            <a:extLst>
              <a:ext uri="{FF2B5EF4-FFF2-40B4-BE49-F238E27FC236}">
                <a16:creationId xmlns:a16="http://schemas.microsoft.com/office/drawing/2014/main" id="{A444966B-9D16-E7A2-9DF0-7384F86B70CB}"/>
              </a:ext>
            </a:extLst>
          </p:cNvPr>
          <p:cNvSpPr txBox="1"/>
          <p:nvPr/>
        </p:nvSpPr>
        <p:spPr>
          <a:xfrm>
            <a:off x="838200" y="1290578"/>
            <a:ext cx="2576052" cy="400110"/>
          </a:xfrm>
          <a:prstGeom prst="rect">
            <a:avLst/>
          </a:prstGeom>
          <a:noFill/>
        </p:spPr>
        <p:txBody>
          <a:bodyPr wrap="square">
            <a:spAutoFit/>
          </a:bodyPr>
          <a:lstStyle/>
          <a:p>
            <a:r>
              <a:rPr lang="en-IN" sz="1000" dirty="0"/>
              <a:t>Initial Code: Here's a class that processes documents and handles multiple tasks:</a:t>
            </a:r>
          </a:p>
        </p:txBody>
      </p:sp>
      <p:sp>
        <p:nvSpPr>
          <p:cNvPr id="8" name="TextBox 7">
            <a:extLst>
              <a:ext uri="{FF2B5EF4-FFF2-40B4-BE49-F238E27FC236}">
                <a16:creationId xmlns:a16="http://schemas.microsoft.com/office/drawing/2014/main" id="{5F8DECEA-5339-CB0B-0FA1-F95A80E7036F}"/>
              </a:ext>
            </a:extLst>
          </p:cNvPr>
          <p:cNvSpPr txBox="1"/>
          <p:nvPr/>
        </p:nvSpPr>
        <p:spPr>
          <a:xfrm>
            <a:off x="5190203" y="1072895"/>
            <a:ext cx="2654710" cy="1938992"/>
          </a:xfrm>
          <a:prstGeom prst="rect">
            <a:avLst/>
          </a:prstGeom>
          <a:noFill/>
        </p:spPr>
        <p:txBody>
          <a:bodyPr wrap="square">
            <a:spAutoFit/>
          </a:bodyPr>
          <a:lstStyle/>
          <a:p>
            <a:r>
              <a:rPr lang="en-IN" sz="1000" dirty="0"/>
              <a:t>public class </a:t>
            </a:r>
            <a:r>
              <a:rPr lang="en-IN" sz="1000" dirty="0" err="1"/>
              <a:t>FileHandler</a:t>
            </a:r>
            <a:endParaRPr lang="en-IN" sz="1000" dirty="0"/>
          </a:p>
          <a:p>
            <a:r>
              <a:rPr lang="en-IN" sz="1000" dirty="0"/>
              <a:t>{</a:t>
            </a:r>
          </a:p>
          <a:p>
            <a:r>
              <a:rPr lang="en-IN" sz="1000" dirty="0"/>
              <a:t>    public void </a:t>
            </a:r>
            <a:r>
              <a:rPr lang="en-IN" sz="1000" dirty="0" err="1"/>
              <a:t>LoadDocument</a:t>
            </a:r>
            <a:r>
              <a:rPr lang="en-IN" sz="1000" dirty="0"/>
              <a:t>(string </a:t>
            </a:r>
            <a:r>
              <a:rPr lang="en-IN" sz="1000" dirty="0" err="1"/>
              <a:t>filePath</a:t>
            </a:r>
            <a:r>
              <a:rPr lang="en-IN" sz="1000" dirty="0"/>
              <a:t>)</a:t>
            </a:r>
          </a:p>
          <a:p>
            <a:r>
              <a:rPr lang="en-IN" sz="1000" dirty="0"/>
              <a:t>    {</a:t>
            </a:r>
          </a:p>
          <a:p>
            <a:r>
              <a:rPr lang="en-IN" sz="1000" dirty="0"/>
              <a:t>        // Code to load document</a:t>
            </a:r>
          </a:p>
          <a:p>
            <a:r>
              <a:rPr lang="en-IN" sz="1000" dirty="0"/>
              <a:t>    }</a:t>
            </a:r>
          </a:p>
          <a:p>
            <a:endParaRPr lang="en-IN" sz="1000" dirty="0"/>
          </a:p>
          <a:p>
            <a:r>
              <a:rPr lang="en-IN" sz="1000" dirty="0"/>
              <a:t>    public void </a:t>
            </a:r>
            <a:r>
              <a:rPr lang="en-IN" sz="1000" dirty="0" err="1"/>
              <a:t>SaveDocument</a:t>
            </a:r>
            <a:r>
              <a:rPr lang="en-IN" sz="1000" dirty="0"/>
              <a:t>(string </a:t>
            </a:r>
            <a:r>
              <a:rPr lang="en-IN" sz="1000" dirty="0" err="1"/>
              <a:t>filePath</a:t>
            </a:r>
            <a:r>
              <a:rPr lang="en-IN" sz="1000" dirty="0"/>
              <a:t>)</a:t>
            </a:r>
          </a:p>
          <a:p>
            <a:r>
              <a:rPr lang="en-IN" sz="1000" dirty="0"/>
              <a:t>    {</a:t>
            </a:r>
          </a:p>
          <a:p>
            <a:r>
              <a:rPr lang="en-IN" sz="1000" dirty="0"/>
              <a:t>        // Code to save document</a:t>
            </a:r>
          </a:p>
          <a:p>
            <a:r>
              <a:rPr lang="en-IN" sz="1000" dirty="0"/>
              <a:t>    }</a:t>
            </a:r>
          </a:p>
          <a:p>
            <a:r>
              <a:rPr lang="en-IN" sz="1000" dirty="0"/>
              <a:t>}</a:t>
            </a:r>
          </a:p>
        </p:txBody>
      </p:sp>
      <p:sp>
        <p:nvSpPr>
          <p:cNvPr id="10" name="TextBox 9">
            <a:extLst>
              <a:ext uri="{FF2B5EF4-FFF2-40B4-BE49-F238E27FC236}">
                <a16:creationId xmlns:a16="http://schemas.microsoft.com/office/drawing/2014/main" id="{13301C0D-460B-C6B1-8FA5-0591242C977F}"/>
              </a:ext>
            </a:extLst>
          </p:cNvPr>
          <p:cNvSpPr txBox="1"/>
          <p:nvPr/>
        </p:nvSpPr>
        <p:spPr>
          <a:xfrm>
            <a:off x="5190203" y="4116778"/>
            <a:ext cx="2281084" cy="1169551"/>
          </a:xfrm>
          <a:prstGeom prst="rect">
            <a:avLst/>
          </a:prstGeom>
          <a:noFill/>
        </p:spPr>
        <p:txBody>
          <a:bodyPr wrap="square">
            <a:spAutoFit/>
          </a:bodyPr>
          <a:lstStyle/>
          <a:p>
            <a:r>
              <a:rPr lang="en-IN" sz="1000" dirty="0"/>
              <a:t>public class </a:t>
            </a:r>
            <a:r>
              <a:rPr lang="en-IN" sz="1000" dirty="0" err="1"/>
              <a:t>DocumentValidator</a:t>
            </a:r>
            <a:endParaRPr lang="en-IN" sz="1000" dirty="0"/>
          </a:p>
          <a:p>
            <a:r>
              <a:rPr lang="en-IN" sz="1000" dirty="0"/>
              <a:t>{</a:t>
            </a:r>
          </a:p>
          <a:p>
            <a:r>
              <a:rPr lang="en-IN" sz="1000" dirty="0"/>
              <a:t>    public void </a:t>
            </a:r>
            <a:r>
              <a:rPr lang="en-IN" sz="1000" dirty="0" err="1"/>
              <a:t>ValidateDocument</a:t>
            </a:r>
            <a:r>
              <a:rPr lang="en-IN" sz="1000" dirty="0"/>
              <a:t>()</a:t>
            </a:r>
          </a:p>
          <a:p>
            <a:r>
              <a:rPr lang="en-IN" sz="1000" dirty="0"/>
              <a:t>    {</a:t>
            </a:r>
          </a:p>
          <a:p>
            <a:r>
              <a:rPr lang="en-IN" sz="1000" dirty="0"/>
              <a:t>        // Code to validate document</a:t>
            </a:r>
          </a:p>
          <a:p>
            <a:r>
              <a:rPr lang="en-IN" sz="1000" dirty="0"/>
              <a:t>    }</a:t>
            </a:r>
          </a:p>
          <a:p>
            <a:r>
              <a:rPr lang="en-IN" sz="1000" dirty="0"/>
              <a:t>}</a:t>
            </a:r>
          </a:p>
        </p:txBody>
      </p:sp>
      <p:sp>
        <p:nvSpPr>
          <p:cNvPr id="11" name="Arrow: Right 10">
            <a:extLst>
              <a:ext uri="{FF2B5EF4-FFF2-40B4-BE49-F238E27FC236}">
                <a16:creationId xmlns:a16="http://schemas.microsoft.com/office/drawing/2014/main" id="{E2296718-0FB7-50C4-808D-0C17597B9A96}"/>
              </a:ext>
            </a:extLst>
          </p:cNvPr>
          <p:cNvSpPr/>
          <p:nvPr/>
        </p:nvSpPr>
        <p:spPr>
          <a:xfrm rot="20578954">
            <a:off x="3467765" y="2363447"/>
            <a:ext cx="1504335" cy="6661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0580636E-378D-ADF2-3BC1-92A29ED90300}"/>
              </a:ext>
            </a:extLst>
          </p:cNvPr>
          <p:cNvSpPr/>
          <p:nvPr/>
        </p:nvSpPr>
        <p:spPr>
          <a:xfrm rot="1054856">
            <a:off x="3468694" y="3913978"/>
            <a:ext cx="1504335" cy="6661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8ED6D01E-591D-7ABD-FB31-CA3D2BDD99D1}"/>
              </a:ext>
            </a:extLst>
          </p:cNvPr>
          <p:cNvSpPr txBox="1"/>
          <p:nvPr/>
        </p:nvSpPr>
        <p:spPr>
          <a:xfrm>
            <a:off x="8244882" y="2337018"/>
            <a:ext cx="3779970" cy="1477328"/>
          </a:xfrm>
          <a:prstGeom prst="rect">
            <a:avLst/>
          </a:prstGeom>
          <a:noFill/>
        </p:spPr>
        <p:txBody>
          <a:bodyPr wrap="square">
            <a:spAutoFit/>
          </a:bodyPr>
          <a:lstStyle/>
          <a:p>
            <a:r>
              <a:rPr lang="en-IN" dirty="0"/>
              <a:t>Step 1: Rearrange Methods</a:t>
            </a:r>
          </a:p>
          <a:p>
            <a:r>
              <a:rPr lang="en-IN" dirty="0"/>
              <a:t>Step 2: Extract New Classes</a:t>
            </a:r>
          </a:p>
          <a:p>
            <a:r>
              <a:rPr lang="en-IN" dirty="0"/>
              <a:t>Step 3: Update </a:t>
            </a:r>
            <a:r>
              <a:rPr lang="en-IN" dirty="0" err="1"/>
              <a:t>DocumentProcessor</a:t>
            </a:r>
            <a:endParaRPr lang="en-IN" dirty="0"/>
          </a:p>
          <a:p>
            <a:r>
              <a:rPr lang="en-IN" dirty="0"/>
              <a:t>Step 4: Add New Feature</a:t>
            </a:r>
          </a:p>
          <a:p>
            <a:r>
              <a:rPr lang="en-IN" dirty="0"/>
              <a:t>Step 5: Integrate New Feature</a:t>
            </a:r>
          </a:p>
        </p:txBody>
      </p:sp>
    </p:spTree>
    <p:extLst>
      <p:ext uri="{BB962C8B-B14F-4D97-AF65-F5344CB8AC3E}">
        <p14:creationId xmlns:p14="http://schemas.microsoft.com/office/powerpoint/2010/main" val="2712884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DF9FF-814A-9CF9-592B-0E52CEEEF2FB}"/>
              </a:ext>
            </a:extLst>
          </p:cNvPr>
          <p:cNvSpPr>
            <a:spLocks noGrp="1"/>
          </p:cNvSpPr>
          <p:nvPr>
            <p:ph type="title" idx="4294967295"/>
          </p:nvPr>
        </p:nvSpPr>
        <p:spPr>
          <a:xfrm>
            <a:off x="336550" y="365125"/>
            <a:ext cx="11855450" cy="1325563"/>
          </a:xfrm>
        </p:spPr>
        <p:txBody>
          <a:bodyPr/>
          <a:lstStyle/>
          <a:p>
            <a:r>
              <a:rPr lang="en-US" dirty="0"/>
              <a:t>Refactoring Code That Accesses External Services</a:t>
            </a:r>
            <a:endParaRPr lang="en-IN" dirty="0"/>
          </a:p>
        </p:txBody>
      </p:sp>
      <p:sp>
        <p:nvSpPr>
          <p:cNvPr id="4" name="TextBox 3">
            <a:extLst>
              <a:ext uri="{FF2B5EF4-FFF2-40B4-BE49-F238E27FC236}">
                <a16:creationId xmlns:a16="http://schemas.microsoft.com/office/drawing/2014/main" id="{D1D22368-0D8E-73D9-D127-6E93EC7B3283}"/>
              </a:ext>
            </a:extLst>
          </p:cNvPr>
          <p:cNvSpPr txBox="1"/>
          <p:nvPr/>
        </p:nvSpPr>
        <p:spPr>
          <a:xfrm>
            <a:off x="1043366" y="1808519"/>
            <a:ext cx="5499674" cy="4154984"/>
          </a:xfrm>
          <a:prstGeom prst="rect">
            <a:avLst/>
          </a:prstGeom>
          <a:noFill/>
        </p:spPr>
        <p:txBody>
          <a:bodyPr wrap="square">
            <a:spAutoFit/>
          </a:bodyPr>
          <a:lstStyle/>
          <a:p>
            <a:r>
              <a:rPr lang="en-IN" sz="1200" b="1" dirty="0"/>
              <a:t>1. Initial Code:</a:t>
            </a:r>
          </a:p>
          <a:p>
            <a:r>
              <a:rPr lang="en-IN" sz="1200" dirty="0"/>
              <a:t>   -  Starts with an example of congealed code that reads data from a JSON file, enriches it with data from YouTube, and returns the enriched data. The initial code is tightly coupled and difficult to maintain.</a:t>
            </a:r>
          </a:p>
          <a:p>
            <a:endParaRPr lang="en-IN" sz="1200" dirty="0"/>
          </a:p>
          <a:p>
            <a:r>
              <a:rPr lang="en-IN" sz="1200" b="1" dirty="0"/>
              <a:t>2. Separating Concerns:</a:t>
            </a:r>
          </a:p>
          <a:p>
            <a:r>
              <a:rPr lang="en-IN" sz="1200" dirty="0"/>
              <a:t>   - Separating concerns by breaking down the code into smaller, more focused objects. This involves creating separate objects for different responsibilities, such as handling external API calls and processing data.</a:t>
            </a:r>
          </a:p>
          <a:p>
            <a:endParaRPr lang="en-IN" sz="1200" dirty="0"/>
          </a:p>
          <a:p>
            <a:r>
              <a:rPr lang="en-IN" sz="1200" b="1" dirty="0"/>
              <a:t>3. Refactoring Steps:</a:t>
            </a:r>
          </a:p>
          <a:p>
            <a:r>
              <a:rPr lang="en-IN" sz="1200" dirty="0"/>
              <a:t>   - Connection Object: Create a connection object to handle the details of connecting to the external service.</a:t>
            </a:r>
          </a:p>
          <a:p>
            <a:r>
              <a:rPr lang="en-IN" sz="1200" dirty="0"/>
              <a:t>   - Gateway Object: Introduce a gateway object to encapsulate the interaction with the external service, making it easier to mock and test.</a:t>
            </a:r>
          </a:p>
          <a:p>
            <a:r>
              <a:rPr lang="en-IN" sz="1200" dirty="0"/>
              <a:t>   - Domain Object: Separate the domain logic into its own object to keep the business logic isolated from the external service interaction.</a:t>
            </a:r>
          </a:p>
          <a:p>
            <a:endParaRPr lang="en-IN" sz="1200" dirty="0"/>
          </a:p>
          <a:p>
            <a:r>
              <a:rPr lang="en-IN" sz="1200" b="1" dirty="0"/>
              <a:t>Solution:</a:t>
            </a:r>
          </a:p>
          <a:p>
            <a:r>
              <a:rPr lang="en-IN" sz="1200" dirty="0"/>
              <a:t>The solution involves refactoring the code to separate the concerns of external service interaction and domain logic. By introducing connection and gateway objects, the code becomes more modular, easier to test, and maintainable.</a:t>
            </a:r>
          </a:p>
        </p:txBody>
      </p:sp>
      <p:pic>
        <p:nvPicPr>
          <p:cNvPr id="2050" name="Picture 2">
            <a:extLst>
              <a:ext uri="{FF2B5EF4-FFF2-40B4-BE49-F238E27FC236}">
                <a16:creationId xmlns:a16="http://schemas.microsoft.com/office/drawing/2014/main" id="{29B27C4C-41F8-209E-E682-F67C41FFD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9444" y="2261703"/>
            <a:ext cx="4880738" cy="2686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7463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13648-8419-FB0B-2304-565D901C5036}"/>
              </a:ext>
            </a:extLst>
          </p:cNvPr>
          <p:cNvSpPr>
            <a:spLocks noGrp="1"/>
          </p:cNvSpPr>
          <p:nvPr>
            <p:ph type="title" idx="4294967295"/>
          </p:nvPr>
        </p:nvSpPr>
        <p:spPr>
          <a:xfrm>
            <a:off x="0" y="365125"/>
            <a:ext cx="10515600" cy="1325563"/>
          </a:xfrm>
        </p:spPr>
        <p:txBody>
          <a:bodyPr/>
          <a:lstStyle/>
          <a:p>
            <a:r>
              <a:rPr lang="en-US" b="0" i="0" dirty="0">
                <a:solidFill>
                  <a:srgbClr val="6B6B6B"/>
                </a:solidFill>
                <a:effectLst/>
                <a:latin typeface="sohne"/>
              </a:rPr>
              <a:t>A good rule of thumb: Always leave the code better than you found it.</a:t>
            </a:r>
            <a:endParaRPr lang="en-IN" dirty="0"/>
          </a:p>
        </p:txBody>
      </p:sp>
      <p:pic>
        <p:nvPicPr>
          <p:cNvPr id="3074" name="Picture 2">
            <a:extLst>
              <a:ext uri="{FF2B5EF4-FFF2-40B4-BE49-F238E27FC236}">
                <a16:creationId xmlns:a16="http://schemas.microsoft.com/office/drawing/2014/main" id="{3A93F277-A615-63C8-1194-E1AE0FB690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1976" y="2671761"/>
            <a:ext cx="4762500" cy="24955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F044D1D-B674-B9EC-E48F-5DDB1C8BAA05}"/>
              </a:ext>
            </a:extLst>
          </p:cNvPr>
          <p:cNvSpPr txBox="1"/>
          <p:nvPr/>
        </p:nvSpPr>
        <p:spPr>
          <a:xfrm>
            <a:off x="285136" y="1858059"/>
            <a:ext cx="6479458" cy="369332"/>
          </a:xfrm>
          <a:prstGeom prst="rect">
            <a:avLst/>
          </a:prstGeom>
          <a:noFill/>
        </p:spPr>
        <p:txBody>
          <a:bodyPr wrap="square">
            <a:spAutoFit/>
          </a:bodyPr>
          <a:lstStyle/>
          <a:p>
            <a:r>
              <a:rPr lang="en-US" b="0" i="0" dirty="0">
                <a:solidFill>
                  <a:srgbClr val="242424"/>
                </a:solidFill>
                <a:effectLst/>
                <a:latin typeface="source-serif-pro"/>
              </a:rPr>
              <a:t>The goal isn’t to eliminate all tech debt — it’s to manage it wisely.</a:t>
            </a:r>
            <a:endParaRPr lang="en-IN" dirty="0"/>
          </a:p>
        </p:txBody>
      </p:sp>
    </p:spTree>
    <p:extLst>
      <p:ext uri="{BB962C8B-B14F-4D97-AF65-F5344CB8AC3E}">
        <p14:creationId xmlns:p14="http://schemas.microsoft.com/office/powerpoint/2010/main" val="3199110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D7A7B-5BBD-CC81-A8ED-9DA3217F9CD4}"/>
              </a:ext>
            </a:extLst>
          </p:cNvPr>
          <p:cNvSpPr>
            <a:spLocks noGrp="1"/>
          </p:cNvSpPr>
          <p:nvPr>
            <p:ph type="title" idx="4294967295"/>
          </p:nvPr>
        </p:nvSpPr>
        <p:spPr>
          <a:xfrm>
            <a:off x="0" y="365125"/>
            <a:ext cx="10515600" cy="1325563"/>
          </a:xfrm>
        </p:spPr>
        <p:txBody>
          <a:bodyPr/>
          <a:lstStyle/>
          <a:p>
            <a:r>
              <a:rPr lang="en-US" dirty="0"/>
              <a:t>Refactoring to an Adaptive Model </a:t>
            </a:r>
            <a:endParaRPr lang="en-IN" dirty="0"/>
          </a:p>
        </p:txBody>
      </p:sp>
      <p:sp>
        <p:nvSpPr>
          <p:cNvPr id="6" name="TextBox 5">
            <a:extLst>
              <a:ext uri="{FF2B5EF4-FFF2-40B4-BE49-F238E27FC236}">
                <a16:creationId xmlns:a16="http://schemas.microsoft.com/office/drawing/2014/main" id="{27D0621E-3200-0E8E-1FBD-159345787A87}"/>
              </a:ext>
            </a:extLst>
          </p:cNvPr>
          <p:cNvSpPr txBox="1"/>
          <p:nvPr/>
        </p:nvSpPr>
        <p:spPr>
          <a:xfrm>
            <a:off x="1101212" y="1451831"/>
            <a:ext cx="11021962" cy="4524315"/>
          </a:xfrm>
          <a:prstGeom prst="rect">
            <a:avLst/>
          </a:prstGeom>
          <a:noFill/>
        </p:spPr>
        <p:txBody>
          <a:bodyPr wrap="square">
            <a:spAutoFit/>
          </a:bodyPr>
          <a:lstStyle/>
          <a:p>
            <a:r>
              <a:rPr lang="en-IN" b="1" dirty="0"/>
              <a:t>1. Initial Code:</a:t>
            </a:r>
          </a:p>
          <a:p>
            <a:r>
              <a:rPr lang="en-IN" dirty="0"/>
              <a:t>   - The logic is embedded directly in the code, making it difficult to share and update across different platforms.</a:t>
            </a:r>
          </a:p>
          <a:p>
            <a:endParaRPr lang="en-IN" dirty="0"/>
          </a:p>
          <a:p>
            <a:r>
              <a:rPr lang="en-IN" b="1" dirty="0"/>
              <a:t>2. Adaptive Model:</a:t>
            </a:r>
          </a:p>
          <a:p>
            <a:r>
              <a:rPr lang="en-IN" dirty="0"/>
              <a:t>   - Refactoring the logic into a JSON data structure. This adaptive model allows the logic to be easily shared between different programming languages.</a:t>
            </a:r>
          </a:p>
          <a:p>
            <a:endParaRPr lang="en-IN" dirty="0"/>
          </a:p>
          <a:p>
            <a:r>
              <a:rPr lang="en-IN" b="1" dirty="0"/>
              <a:t>3. Refactoring Steps:</a:t>
            </a:r>
          </a:p>
          <a:p>
            <a:r>
              <a:rPr lang="en-IN" dirty="0"/>
              <a:t>   - Representing Conditions: Represent conditions in JSON.</a:t>
            </a:r>
          </a:p>
          <a:p>
            <a:r>
              <a:rPr lang="en-IN" dirty="0"/>
              <a:t>   - Extracting Logic: Extraction of specific logic, such as country-specific rules, into the JSON model.</a:t>
            </a:r>
          </a:p>
          <a:p>
            <a:r>
              <a:rPr lang="en-IN" dirty="0"/>
              <a:t>   - Parameterizing the Model: The model is parameterized to handle different scenarios.</a:t>
            </a:r>
          </a:p>
          <a:p>
            <a:r>
              <a:rPr lang="en-IN" dirty="0"/>
              <a:t>   - Handling Complex Conditions</a:t>
            </a:r>
          </a:p>
          <a:p>
            <a:endParaRPr lang="en-IN" dirty="0"/>
          </a:p>
          <a:p>
            <a:r>
              <a:rPr lang="en-IN" b="1" dirty="0"/>
              <a:t>4. Benefits:</a:t>
            </a:r>
          </a:p>
          <a:p>
            <a:r>
              <a:rPr lang="en-IN" dirty="0"/>
              <a:t>   - The adaptive model allows for easier updates and sharing of logic without changing the code. It also promotes a clear separation between the logic and the code that interprets it.</a:t>
            </a:r>
          </a:p>
        </p:txBody>
      </p:sp>
    </p:spTree>
    <p:extLst>
      <p:ext uri="{BB962C8B-B14F-4D97-AF65-F5344CB8AC3E}">
        <p14:creationId xmlns:p14="http://schemas.microsoft.com/office/powerpoint/2010/main" val="862466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FB1FF-0F11-9E9C-612D-BFD550250A34}"/>
              </a:ext>
            </a:extLst>
          </p:cNvPr>
          <p:cNvSpPr>
            <a:spLocks noGrp="1"/>
          </p:cNvSpPr>
          <p:nvPr>
            <p:ph type="title" idx="4294967295"/>
          </p:nvPr>
        </p:nvSpPr>
        <p:spPr>
          <a:xfrm>
            <a:off x="0" y="365125"/>
            <a:ext cx="10515600" cy="1325563"/>
          </a:xfrm>
        </p:spPr>
        <p:txBody>
          <a:bodyPr/>
          <a:lstStyle/>
          <a:p>
            <a:r>
              <a:rPr lang="en-IN" dirty="0"/>
              <a:t>Type of Technical Debt</a:t>
            </a:r>
          </a:p>
        </p:txBody>
      </p:sp>
      <p:sp>
        <p:nvSpPr>
          <p:cNvPr id="4" name="TextBox 3">
            <a:extLst>
              <a:ext uri="{FF2B5EF4-FFF2-40B4-BE49-F238E27FC236}">
                <a16:creationId xmlns:a16="http://schemas.microsoft.com/office/drawing/2014/main" id="{9B99CEC0-23CC-1358-CED9-AE42D08EEBB1}"/>
              </a:ext>
            </a:extLst>
          </p:cNvPr>
          <p:cNvSpPr txBox="1"/>
          <p:nvPr/>
        </p:nvSpPr>
        <p:spPr>
          <a:xfrm>
            <a:off x="1051560" y="2299719"/>
            <a:ext cx="4736690" cy="2585323"/>
          </a:xfrm>
          <a:prstGeom prst="rect">
            <a:avLst/>
          </a:prstGeom>
          <a:noFill/>
        </p:spPr>
        <p:txBody>
          <a:bodyPr wrap="square">
            <a:spAutoFit/>
          </a:bodyPr>
          <a:lstStyle/>
          <a:p>
            <a:r>
              <a:rPr lang="en-IN" b="1" dirty="0"/>
              <a:t>1. Intentional technical debt:</a:t>
            </a:r>
          </a:p>
          <a:p>
            <a:r>
              <a:rPr lang="en-IN" dirty="0"/>
              <a:t>Developers knowingly submit code with room for improvement.</a:t>
            </a:r>
          </a:p>
          <a:p>
            <a:r>
              <a:rPr lang="en-IN" dirty="0"/>
              <a:t>Used strategically to speed up product delivery.</a:t>
            </a:r>
          </a:p>
          <a:p>
            <a:r>
              <a:rPr lang="en-IN" dirty="0"/>
              <a:t>Often due to looming deadlines.</a:t>
            </a:r>
          </a:p>
          <a:p>
            <a:endParaRPr lang="en-IN" dirty="0"/>
          </a:p>
          <a:p>
            <a:r>
              <a:rPr lang="en-IN" b="1" dirty="0"/>
              <a:t>2. Unintentional technical debt:</a:t>
            </a:r>
          </a:p>
          <a:p>
            <a:r>
              <a:rPr lang="en-IN" dirty="0"/>
              <a:t>Results from poorly done work.</a:t>
            </a:r>
          </a:p>
          <a:p>
            <a:r>
              <a:rPr lang="en-IN" dirty="0"/>
              <a:t>Not strategic and often problematic.</a:t>
            </a:r>
          </a:p>
        </p:txBody>
      </p:sp>
      <p:pic>
        <p:nvPicPr>
          <p:cNvPr id="6" name="Picture 5">
            <a:extLst>
              <a:ext uri="{FF2B5EF4-FFF2-40B4-BE49-F238E27FC236}">
                <a16:creationId xmlns:a16="http://schemas.microsoft.com/office/drawing/2014/main" id="{D15D1A3C-05DA-C6A6-3677-9628716FB91E}"/>
              </a:ext>
            </a:extLst>
          </p:cNvPr>
          <p:cNvPicPr>
            <a:picLocks noChangeAspect="1"/>
          </p:cNvPicPr>
          <p:nvPr/>
        </p:nvPicPr>
        <p:blipFill>
          <a:blip r:embed="rId2"/>
          <a:stretch>
            <a:fillRect/>
          </a:stretch>
        </p:blipFill>
        <p:spPr>
          <a:xfrm>
            <a:off x="5574890" y="1365498"/>
            <a:ext cx="6091112" cy="5492502"/>
          </a:xfrm>
          <a:prstGeom prst="rect">
            <a:avLst/>
          </a:prstGeom>
        </p:spPr>
      </p:pic>
    </p:spTree>
    <p:extLst>
      <p:ext uri="{BB962C8B-B14F-4D97-AF65-F5344CB8AC3E}">
        <p14:creationId xmlns:p14="http://schemas.microsoft.com/office/powerpoint/2010/main" val="2614949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630F65-B5D7-A175-E376-F5B5B1A5900C}"/>
              </a:ext>
            </a:extLst>
          </p:cNvPr>
          <p:cNvPicPr>
            <a:picLocks noChangeAspect="1"/>
          </p:cNvPicPr>
          <p:nvPr/>
        </p:nvPicPr>
        <p:blipFill>
          <a:blip r:embed="rId2"/>
          <a:stretch>
            <a:fillRect/>
          </a:stretch>
        </p:blipFill>
        <p:spPr>
          <a:xfrm>
            <a:off x="504523" y="363918"/>
            <a:ext cx="5580731" cy="5627530"/>
          </a:xfrm>
          <a:prstGeom prst="rect">
            <a:avLst/>
          </a:prstGeom>
        </p:spPr>
      </p:pic>
      <p:sp>
        <p:nvSpPr>
          <p:cNvPr id="6" name="TextBox 5">
            <a:extLst>
              <a:ext uri="{FF2B5EF4-FFF2-40B4-BE49-F238E27FC236}">
                <a16:creationId xmlns:a16="http://schemas.microsoft.com/office/drawing/2014/main" id="{A0C865E5-0A47-7934-672D-4D07CFF2A473}"/>
              </a:ext>
            </a:extLst>
          </p:cNvPr>
          <p:cNvSpPr txBox="1"/>
          <p:nvPr/>
        </p:nvSpPr>
        <p:spPr>
          <a:xfrm>
            <a:off x="6085254" y="744055"/>
            <a:ext cx="6096000" cy="5632311"/>
          </a:xfrm>
          <a:prstGeom prst="rect">
            <a:avLst/>
          </a:prstGeom>
          <a:noFill/>
        </p:spPr>
        <p:txBody>
          <a:bodyPr wrap="square">
            <a:spAutoFit/>
          </a:bodyPr>
          <a:lstStyle/>
          <a:p>
            <a:r>
              <a:rPr lang="en-IN" b="1" dirty="0"/>
              <a:t>Technical Debt Quadrant</a:t>
            </a:r>
          </a:p>
          <a:p>
            <a:endParaRPr lang="en-IN" dirty="0"/>
          </a:p>
          <a:p>
            <a:r>
              <a:rPr lang="en-IN" b="1" dirty="0"/>
              <a:t>1. Deliberate and Prudent</a:t>
            </a:r>
          </a:p>
          <a:p>
            <a:r>
              <a:rPr lang="en-IN" dirty="0"/>
              <a:t>Intentional: Taken on with careful consideration.</a:t>
            </a:r>
          </a:p>
          <a:p>
            <a:r>
              <a:rPr lang="en-IN" dirty="0"/>
              <a:t>Example: Quick workaround for a deadline, with a plan to refactor later.</a:t>
            </a:r>
          </a:p>
          <a:p>
            <a:endParaRPr lang="en-IN" dirty="0"/>
          </a:p>
          <a:p>
            <a:r>
              <a:rPr lang="en-IN" b="1" dirty="0"/>
              <a:t>2. Deliberate and Reckless</a:t>
            </a:r>
          </a:p>
          <a:p>
            <a:r>
              <a:rPr lang="en-IN" dirty="0"/>
              <a:t>Intentional: Sacrifices quality for speed without considering long-term impact.</a:t>
            </a:r>
          </a:p>
          <a:p>
            <a:r>
              <a:rPr lang="en-IN" dirty="0"/>
              <a:t>Example: Rushing features without proper testing.</a:t>
            </a:r>
          </a:p>
          <a:p>
            <a:endParaRPr lang="en-IN" dirty="0"/>
          </a:p>
          <a:p>
            <a:r>
              <a:rPr lang="en-IN" b="1" dirty="0"/>
              <a:t>3. Inadvertent and Prudent</a:t>
            </a:r>
          </a:p>
          <a:p>
            <a:r>
              <a:rPr lang="en-IN" dirty="0"/>
              <a:t>Unintentional: Managed responsibly once identified.</a:t>
            </a:r>
          </a:p>
          <a:p>
            <a:r>
              <a:rPr lang="en-IN" dirty="0"/>
              <a:t>Example: Discovering and planning to fix a design flaw.</a:t>
            </a:r>
          </a:p>
          <a:p>
            <a:endParaRPr lang="en-IN" dirty="0"/>
          </a:p>
          <a:p>
            <a:r>
              <a:rPr lang="en-IN" b="1" dirty="0"/>
              <a:t>4. Inadvertent and Reckless</a:t>
            </a:r>
          </a:p>
          <a:p>
            <a:r>
              <a:rPr lang="en-IN" dirty="0"/>
              <a:t>Unintentional: Results from ignorance or lack of experience.</a:t>
            </a:r>
          </a:p>
          <a:p>
            <a:r>
              <a:rPr lang="en-IN" dirty="0"/>
              <a:t>Example: Creating a messy codebase due to unfamiliarity with best practices.</a:t>
            </a:r>
          </a:p>
        </p:txBody>
      </p:sp>
    </p:spTree>
    <p:extLst>
      <p:ext uri="{BB962C8B-B14F-4D97-AF65-F5344CB8AC3E}">
        <p14:creationId xmlns:p14="http://schemas.microsoft.com/office/powerpoint/2010/main" val="2684157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X-Men movies in order: Chronological &amp; release | Space">
            <a:extLst>
              <a:ext uri="{FF2B5EF4-FFF2-40B4-BE49-F238E27FC236}">
                <a16:creationId xmlns:a16="http://schemas.microsoft.com/office/drawing/2014/main" id="{A112C56C-E268-3509-0257-61BD8FE0D3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27" r="2" b="2"/>
          <a:stretch/>
        </p:blipFill>
        <p:spPr bwMode="auto">
          <a:xfrm>
            <a:off x="20" y="-7619"/>
            <a:ext cx="12191979" cy="688736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00F3987-E20E-B01D-296B-3A62EAA0781C}"/>
              </a:ext>
            </a:extLst>
          </p:cNvPr>
          <p:cNvSpPr txBox="1">
            <a:spLocks/>
          </p:cNvSpPr>
          <p:nvPr/>
        </p:nvSpPr>
        <p:spPr>
          <a:xfrm>
            <a:off x="355778" y="4765040"/>
            <a:ext cx="5872480" cy="18034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500" dirty="0">
                <a:ln w="22225">
                  <a:solidFill>
                    <a:schemeClr val="tx1"/>
                  </a:solidFill>
                  <a:miter lim="800000"/>
                </a:ln>
                <a:solidFill>
                  <a:schemeClr val="bg2">
                    <a:lumMod val="90000"/>
                  </a:schemeClr>
                </a:solidFill>
              </a:rPr>
              <a:t>DEMO</a:t>
            </a:r>
          </a:p>
        </p:txBody>
      </p:sp>
    </p:spTree>
    <p:extLst>
      <p:ext uri="{BB962C8B-B14F-4D97-AF65-F5344CB8AC3E}">
        <p14:creationId xmlns:p14="http://schemas.microsoft.com/office/powerpoint/2010/main" val="378609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67D2C88-CCD0-25EE-CE67-D2B2E6809305}"/>
            </a:ext>
          </a:extLst>
        </p:cNvPr>
        <p:cNvGrpSpPr/>
        <p:nvPr/>
      </p:nvGrpSpPr>
      <p:grpSpPr>
        <a:xfrm>
          <a:off x="0" y="0"/>
          <a:ext cx="0" cy="0"/>
          <a:chOff x="0" y="0"/>
          <a:chExt cx="0" cy="0"/>
        </a:xfrm>
      </p:grpSpPr>
      <p:pic>
        <p:nvPicPr>
          <p:cNvPr id="2050" name="Picture 2" descr="Gang of Wasseypur Meme Templates">
            <a:extLst>
              <a:ext uri="{FF2B5EF4-FFF2-40B4-BE49-F238E27FC236}">
                <a16:creationId xmlns:a16="http://schemas.microsoft.com/office/drawing/2014/main" id="{C772A818-DA85-E51F-2E4C-D59190FFFDC9}"/>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4E06BB78-C8F6-2D3F-3D88-7E353AADDE2F}"/>
              </a:ext>
            </a:extLst>
          </p:cNvPr>
          <p:cNvSpPr>
            <a:spLocks noGrp="1"/>
          </p:cNvSpPr>
          <p:nvPr>
            <p:ph type="sldNum" sz="quarter" idx="12"/>
          </p:nvPr>
        </p:nvSpPr>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0000000-1234-1234-1234-123412341234}" type="slidenum">
              <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sym typeface="Arial"/>
              </a:rPr>
              <a:pPr marL="0" marR="0" lvl="0" indent="0" algn="r" defTabSz="914400" rtl="0" eaLnBrk="1" fontAlgn="auto" latinLnBrk="0" hangingPunct="1">
                <a:lnSpc>
                  <a:spcPct val="100000"/>
                </a:lnSpc>
                <a:spcBef>
                  <a:spcPts val="0"/>
                </a:spcBef>
                <a:spcAft>
                  <a:spcPts val="600"/>
                </a:spcAft>
                <a:buClrTx/>
                <a:buSzTx/>
                <a:buFontTx/>
                <a:buNone/>
                <a:tabLst/>
                <a:defRPr/>
              </a:pPr>
              <a:t>17</a:t>
            </a:fld>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2" name="Title 1">
            <a:extLst>
              <a:ext uri="{FF2B5EF4-FFF2-40B4-BE49-F238E27FC236}">
                <a16:creationId xmlns:a16="http://schemas.microsoft.com/office/drawing/2014/main" id="{4626A645-9532-68D8-B076-0D5FC3CAD170}"/>
              </a:ext>
            </a:extLst>
          </p:cNvPr>
          <p:cNvSpPr>
            <a:spLocks noGrp="1"/>
          </p:cNvSpPr>
          <p:nvPr>
            <p:ph type="title" idx="4294967295"/>
          </p:nvPr>
        </p:nvSpPr>
        <p:spPr>
          <a:xfrm>
            <a:off x="0" y="1122363"/>
            <a:ext cx="9144000" cy="2900362"/>
          </a:xfrm>
        </p:spPr>
        <p:txBody>
          <a:bodyPr vert="horz" lIns="91440" tIns="45720" rIns="91440" bIns="45720" rtlCol="0" anchor="b">
            <a:normAutofit/>
          </a:bodyPr>
          <a:lstStyle/>
          <a:p>
            <a:pPr algn="ctr" defTabSz="914400"/>
            <a:r>
              <a:rPr lang="en-US" sz="6000">
                <a:solidFill>
                  <a:srgbClr val="FFFFFF"/>
                </a:solidFill>
                <a:latin typeface="+mj-lt"/>
              </a:rPr>
              <a:t>Any Questions?</a:t>
            </a:r>
          </a:p>
        </p:txBody>
      </p:sp>
    </p:spTree>
    <p:extLst>
      <p:ext uri="{BB962C8B-B14F-4D97-AF65-F5344CB8AC3E}">
        <p14:creationId xmlns:p14="http://schemas.microsoft.com/office/powerpoint/2010/main" val="390131663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A0BB52-FCE6-A17D-6D4F-04410226BCBF}"/>
              </a:ext>
            </a:extLst>
          </p:cNvPr>
          <p:cNvSpPr>
            <a:spLocks noGrp="1"/>
          </p:cNvSpPr>
          <p:nvPr>
            <p:ph type="sldNum" sz="quarter" idx="12"/>
          </p:nvPr>
        </p:nvSpPr>
        <p:spPr/>
        <p:txBody>
          <a:bodyPr/>
          <a:lstStyle/>
          <a:p>
            <a:fld id="{00000000-1234-1234-1234-123412341234}" type="slidenum">
              <a:rPr lang="en-GB" smtClean="0"/>
              <a:pPr/>
              <a:t>18</a:t>
            </a:fld>
            <a:endParaRPr lang="en-GB"/>
          </a:p>
        </p:txBody>
      </p:sp>
      <p:sp>
        <p:nvSpPr>
          <p:cNvPr id="2" name="Title 1">
            <a:extLst>
              <a:ext uri="{FF2B5EF4-FFF2-40B4-BE49-F238E27FC236}">
                <a16:creationId xmlns:a16="http://schemas.microsoft.com/office/drawing/2014/main" id="{DFD1A45C-B2FF-90AB-4D96-083019C9E24E}"/>
              </a:ext>
            </a:extLst>
          </p:cNvPr>
          <p:cNvSpPr>
            <a:spLocks noGrp="1"/>
          </p:cNvSpPr>
          <p:nvPr>
            <p:ph type="title" idx="4294967295"/>
          </p:nvPr>
        </p:nvSpPr>
        <p:spPr>
          <a:xfrm>
            <a:off x="0" y="366713"/>
            <a:ext cx="10515600" cy="1323975"/>
          </a:xfrm>
        </p:spPr>
        <p:txBody>
          <a:bodyPr/>
          <a:lstStyle/>
          <a:p>
            <a:r>
              <a:rPr lang="en-US" sz="4000" dirty="0">
                <a:latin typeface="Archia"/>
              </a:rPr>
              <a:t>        Reference Links</a:t>
            </a:r>
            <a:endParaRPr lang="en-US" sz="5300" dirty="0">
              <a:latin typeface="Archia"/>
            </a:endParaRPr>
          </a:p>
        </p:txBody>
      </p:sp>
      <p:sp>
        <p:nvSpPr>
          <p:cNvPr id="4" name="TextBox 3">
            <a:extLst>
              <a:ext uri="{FF2B5EF4-FFF2-40B4-BE49-F238E27FC236}">
                <a16:creationId xmlns:a16="http://schemas.microsoft.com/office/drawing/2014/main" id="{214DDA72-B9B4-6F7C-547F-A67B8EBE67A5}"/>
              </a:ext>
            </a:extLst>
          </p:cNvPr>
          <p:cNvSpPr txBox="1"/>
          <p:nvPr/>
        </p:nvSpPr>
        <p:spPr>
          <a:xfrm>
            <a:off x="1273313" y="1814259"/>
            <a:ext cx="964537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3210" indent="-283210">
              <a:buFont typeface="Arial"/>
              <a:buChar char="•"/>
            </a:pPr>
            <a:r>
              <a:rPr lang="en-US" dirty="0">
                <a:hlinkClick r:id="rId3"/>
              </a:rPr>
              <a:t>What is Technical Debt and How to Manage it? – </a:t>
            </a:r>
            <a:r>
              <a:rPr lang="en-US" dirty="0" err="1">
                <a:hlinkClick r:id="rId3"/>
              </a:rPr>
              <a:t>Edvantis</a:t>
            </a:r>
            <a:endParaRPr lang="en-US" dirty="0"/>
          </a:p>
          <a:p>
            <a:pPr marL="283210" indent="-283210">
              <a:buFont typeface="Arial"/>
              <a:buChar char="•"/>
            </a:pPr>
            <a:r>
              <a:rPr lang="en-US" dirty="0">
                <a:hlinkClick r:id="rId4"/>
              </a:rPr>
              <a:t>Technical Debt and its Implications</a:t>
            </a:r>
            <a:endParaRPr lang="en-US" dirty="0"/>
          </a:p>
          <a:p>
            <a:pPr marL="283210" indent="-283210">
              <a:buFont typeface="Arial"/>
              <a:buChar char="•"/>
            </a:pPr>
            <a:r>
              <a:rPr lang="en-US" dirty="0">
                <a:hlinkClick r:id="rId5"/>
              </a:rPr>
              <a:t>https://martinfowler.com/articles/refactoring-adaptive-model.html</a:t>
            </a:r>
            <a:endParaRPr lang="en-US" dirty="0"/>
          </a:p>
          <a:p>
            <a:pPr marL="283210" indent="-283210">
              <a:buFont typeface="Arial"/>
              <a:buChar char="•"/>
            </a:pPr>
            <a:endParaRPr lang="en-US" dirty="0"/>
          </a:p>
          <a:p>
            <a:pPr marL="283210" indent="-283210">
              <a:buFont typeface="Arial"/>
              <a:buChar char="•"/>
            </a:pPr>
            <a:endParaRPr lang="en-US" dirty="0"/>
          </a:p>
        </p:txBody>
      </p:sp>
      <p:pic>
        <p:nvPicPr>
          <p:cNvPr id="5" name="Picture 4" descr="Link - Free interface icons">
            <a:extLst>
              <a:ext uri="{FF2B5EF4-FFF2-40B4-BE49-F238E27FC236}">
                <a16:creationId xmlns:a16="http://schemas.microsoft.com/office/drawing/2014/main" id="{35C0D004-F8BF-4439-906D-F963B30B81FA}"/>
              </a:ext>
            </a:extLst>
          </p:cNvPr>
          <p:cNvPicPr>
            <a:picLocks noChangeAspect="1"/>
          </p:cNvPicPr>
          <p:nvPr/>
        </p:nvPicPr>
        <p:blipFill>
          <a:blip r:embed="rId6"/>
          <a:stretch>
            <a:fillRect/>
          </a:stretch>
        </p:blipFill>
        <p:spPr>
          <a:xfrm>
            <a:off x="494748" y="489226"/>
            <a:ext cx="976245" cy="876853"/>
          </a:xfrm>
          <a:prstGeom prst="rect">
            <a:avLst/>
          </a:prstGeom>
        </p:spPr>
      </p:pic>
    </p:spTree>
    <p:extLst>
      <p:ext uri="{BB962C8B-B14F-4D97-AF65-F5344CB8AC3E}">
        <p14:creationId xmlns:p14="http://schemas.microsoft.com/office/powerpoint/2010/main" val="115607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1B1A-1FEB-2267-47CC-A145314A7982}"/>
              </a:ext>
            </a:extLst>
          </p:cNvPr>
          <p:cNvSpPr>
            <a:spLocks noGrp="1"/>
          </p:cNvSpPr>
          <p:nvPr>
            <p:ph type="ctrTitle" idx="4294967295"/>
          </p:nvPr>
        </p:nvSpPr>
        <p:spPr>
          <a:xfrm>
            <a:off x="0" y="246063"/>
            <a:ext cx="9144000" cy="2387600"/>
          </a:xfrm>
        </p:spPr>
        <p:txBody>
          <a:bodyPr/>
          <a:lstStyle/>
          <a:p>
            <a:r>
              <a:rPr lang="en-GB"/>
              <a:t>Thank You</a:t>
            </a:r>
          </a:p>
        </p:txBody>
      </p:sp>
    </p:spTree>
    <p:extLst>
      <p:ext uri="{BB962C8B-B14F-4D97-AF65-F5344CB8AC3E}">
        <p14:creationId xmlns:p14="http://schemas.microsoft.com/office/powerpoint/2010/main" val="2181338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Microlise 1">
      <a:dk1>
        <a:srgbClr val="151D24"/>
      </a:dk1>
      <a:lt1>
        <a:srgbClr val="FFFFFF"/>
      </a:lt1>
      <a:dk2>
        <a:srgbClr val="152644"/>
      </a:dk2>
      <a:lt2>
        <a:srgbClr val="DEDEDE"/>
      </a:lt2>
      <a:accent1>
        <a:srgbClr val="01CBDE"/>
      </a:accent1>
      <a:accent2>
        <a:srgbClr val="DCFF66"/>
      </a:accent2>
      <a:accent3>
        <a:srgbClr val="ED4956"/>
      </a:accent3>
      <a:accent4>
        <a:srgbClr val="F99D4C"/>
      </a:accent4>
      <a:accent5>
        <a:srgbClr val="FFD059"/>
      </a:accent5>
      <a:accent6>
        <a:srgbClr val="00B683"/>
      </a:accent6>
      <a:hlink>
        <a:srgbClr val="787DB8"/>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C8FEB7D-CD16-4E32-97B9-BD426FB98EB5}">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C965C0CA61E84CA014E5E2A42FB031" ma:contentTypeVersion="14" ma:contentTypeDescription="Create a new document." ma:contentTypeScope="" ma:versionID="16070af5fbb3524da33832e674b76637">
  <xsd:schema xmlns:xsd="http://www.w3.org/2001/XMLSchema" xmlns:xs="http://www.w3.org/2001/XMLSchema" xmlns:p="http://schemas.microsoft.com/office/2006/metadata/properties" xmlns:ns2="eba31c8f-f14b-41de-b5f6-e95f2e26fb7a" xmlns:ns3="f51ddb3a-7c2e-4351-9e53-d42113734075" targetNamespace="http://schemas.microsoft.com/office/2006/metadata/properties" ma:root="true" ma:fieldsID="5b3ec43d3bac2edd590912ba010087f9" ns2:_="" ns3:_="">
    <xsd:import namespace="eba31c8f-f14b-41de-b5f6-e95f2e26fb7a"/>
    <xsd:import namespace="f51ddb3a-7c2e-4351-9e53-d4211373407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3:SharedWithUsers" minOccurs="0"/>
                <xsd:element ref="ns3:SharedWithDetail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a31c8f-f14b-41de-b5f6-e95f2e26fb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c799105-ea28-4639-badb-665c0011756e"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51ddb3a-7c2e-4351-9e53-d42113734075"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b285173-4c32-4f21-9223-d12d5cab64b8}" ma:internalName="TaxCatchAll" ma:showField="CatchAllData" ma:web="f51ddb3a-7c2e-4351-9e53-d421137340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ba31c8f-f14b-41de-b5f6-e95f2e26fb7a">
      <Terms xmlns="http://schemas.microsoft.com/office/infopath/2007/PartnerControls"/>
    </lcf76f155ced4ddcb4097134ff3c332f>
    <TaxCatchAll xmlns="f51ddb3a-7c2e-4351-9e53-d4211373407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9CF23E3-B9F2-40A3-BABE-FB1A096933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a31c8f-f14b-41de-b5f6-e95f2e26fb7a"/>
    <ds:schemaRef ds:uri="f51ddb3a-7c2e-4351-9e53-d421137340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31730F2-88F0-4741-9D19-7FC82633A13E}">
  <ds:schemaRefs>
    <ds:schemaRef ds:uri="f51ddb3a-7c2e-4351-9e53-d42113734075"/>
    <ds:schemaRef ds:uri="http://schemas.microsoft.com/office/2006/documentManagement/types"/>
    <ds:schemaRef ds:uri="http://purl.org/dc/elements/1.1/"/>
    <ds:schemaRef ds:uri="http://www.w3.org/XML/1998/namespace"/>
    <ds:schemaRef ds:uri="http://purl.org/dc/dcmitype/"/>
    <ds:schemaRef ds:uri="http://purl.org/dc/terms/"/>
    <ds:schemaRef ds:uri="http://schemas.microsoft.com/office/infopath/2007/PartnerControls"/>
    <ds:schemaRef ds:uri="http://schemas.openxmlformats.org/package/2006/metadata/core-properties"/>
    <ds:schemaRef ds:uri="eba31c8f-f14b-41de-b5f6-e95f2e26fb7a"/>
    <ds:schemaRef ds:uri="http://schemas.microsoft.com/office/2006/metadata/properties"/>
  </ds:schemaRefs>
</ds:datastoreItem>
</file>

<file path=customXml/itemProps3.xml><?xml version="1.0" encoding="utf-8"?>
<ds:datastoreItem xmlns:ds="http://schemas.openxmlformats.org/officeDocument/2006/customXml" ds:itemID="{1E82546F-5161-4A04-BB26-0AFC936C18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3858</TotalTime>
  <Words>2271</Words>
  <Application>Microsoft Office PowerPoint</Application>
  <PresentationFormat>Widescreen</PresentationFormat>
  <Paragraphs>357</Paragraphs>
  <Slides>19</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19</vt:i4>
      </vt:variant>
    </vt:vector>
  </HeadingPairs>
  <TitlesOfParts>
    <vt:vector size="30" baseType="lpstr">
      <vt:lpstr>Archia</vt:lpstr>
      <vt:lpstr>Arial</vt:lpstr>
      <vt:lpstr>Calibri</vt:lpstr>
      <vt:lpstr>Calibri Light</vt:lpstr>
      <vt:lpstr>DM Sans</vt:lpstr>
      <vt:lpstr>Lora</vt:lpstr>
      <vt:lpstr>Outfit Light</vt:lpstr>
      <vt:lpstr>sohne</vt:lpstr>
      <vt:lpstr>source-serif-pro</vt:lpstr>
      <vt:lpstr>Office Theme</vt:lpstr>
      <vt:lpstr>Custom Design</vt:lpstr>
      <vt:lpstr>Balancing Speed and Quality: Understanding Technical Debt and Refactoring</vt:lpstr>
      <vt:lpstr>     Agenda</vt:lpstr>
      <vt:lpstr>Refactoring Code to Load a Document</vt:lpstr>
      <vt:lpstr>Example: Tree Model</vt:lpstr>
      <vt:lpstr>Example: Data Binding</vt:lpstr>
      <vt:lpstr>Example: Streaming </vt:lpstr>
      <vt:lpstr>Refactoring: This class is too large</vt:lpstr>
      <vt:lpstr>Example:</vt:lpstr>
      <vt:lpstr>Preparatory refactoring</vt:lpstr>
      <vt:lpstr>Example:</vt:lpstr>
      <vt:lpstr>Refactoring Code That Accesses External Services</vt:lpstr>
      <vt:lpstr>A good rule of thumb: Always leave the code better than you found it.</vt:lpstr>
      <vt:lpstr>Refactoring to an Adaptive Model </vt:lpstr>
      <vt:lpstr>Type of Technical Debt</vt:lpstr>
      <vt:lpstr>PowerPoint Presentation</vt:lpstr>
      <vt:lpstr>PowerPoint Presentation</vt:lpstr>
      <vt:lpstr>Any Questions?</vt:lpstr>
      <vt:lpstr>        Reference Links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Anish Jain</dc:creator>
  <cp:lastModifiedBy>Anish Jain</cp:lastModifiedBy>
  <cp:revision>205</cp:revision>
  <dcterms:created xsi:type="dcterms:W3CDTF">2024-11-02T05:52:33Z</dcterms:created>
  <dcterms:modified xsi:type="dcterms:W3CDTF">2025-12-06T06:42:08Z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0x010100ECC965C0CA61E84CA014E5E2A42FB031</vt:lpwstr>
  </property>
</Properties>
</file>